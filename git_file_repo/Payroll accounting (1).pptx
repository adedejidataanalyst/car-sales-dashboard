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9290050" cy="7004050"/>
  <p:embeddedFontLst>
    <p:embeddedFont>
      <p:font typeface="Arial Black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262563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94013" y="525463"/>
            <a:ext cx="3502025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28688" y="3327400"/>
            <a:ext cx="7432675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894013" y="525463"/>
            <a:ext cx="3502025" cy="2625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928688" y="3327400"/>
            <a:ext cx="7432675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/>
          </a:p>
        </p:txBody>
      </p:sp>
      <p:sp>
        <p:nvSpPr>
          <p:cNvPr id="94" name="Google Shape;94;p2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  <p:sp>
        <p:nvSpPr>
          <p:cNvPr id="105" name="Google Shape;105;p3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/>
          </a:p>
        </p:txBody>
      </p:sp>
      <p:sp>
        <p:nvSpPr>
          <p:cNvPr id="146" name="Google Shape;146;p8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/>
          </a:p>
        </p:txBody>
      </p:sp>
      <p:sp>
        <p:nvSpPr>
          <p:cNvPr id="160" name="Google Shape;160;p9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/>
          </a:p>
        </p:txBody>
      </p:sp>
      <p:sp>
        <p:nvSpPr>
          <p:cNvPr id="178" name="Google Shape;178;p11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endParaRPr/>
          </a:p>
        </p:txBody>
      </p:sp>
      <p:sp>
        <p:nvSpPr>
          <p:cNvPr id="190" name="Google Shape;190;p12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3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/>
          </a:p>
        </p:txBody>
      </p:sp>
      <p:sp>
        <p:nvSpPr>
          <p:cNvPr id="202" name="Google Shape;202;p13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4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/>
          </a:p>
        </p:txBody>
      </p:sp>
      <p:sp>
        <p:nvSpPr>
          <p:cNvPr id="215" name="Google Shape;215;p14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5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6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6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/>
          </a:p>
        </p:txBody>
      </p:sp>
      <p:sp>
        <p:nvSpPr>
          <p:cNvPr id="236" name="Google Shape;236;p16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8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19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0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0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1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1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/>
          </a:p>
        </p:txBody>
      </p:sp>
      <p:sp>
        <p:nvSpPr>
          <p:cNvPr id="290" name="Google Shape;290;p21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1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1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:notes"/>
          <p:cNvSpPr/>
          <p:nvPr/>
        </p:nvSpPr>
        <p:spPr>
          <a:xfrm>
            <a:off x="526415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2:notes"/>
          <p:cNvSpPr/>
          <p:nvPr/>
        </p:nvSpPr>
        <p:spPr>
          <a:xfrm>
            <a:off x="526415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375" spcFirstLastPara="1" rIns="19375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/>
          </a:p>
        </p:txBody>
      </p:sp>
      <p:sp>
        <p:nvSpPr>
          <p:cNvPr id="304" name="Google Shape;304;p22:notes"/>
          <p:cNvSpPr/>
          <p:nvPr/>
        </p:nvSpPr>
        <p:spPr>
          <a:xfrm>
            <a:off x="0" y="6653213"/>
            <a:ext cx="4025900" cy="350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2:notes"/>
          <p:cNvSpPr/>
          <p:nvPr/>
        </p:nvSpPr>
        <p:spPr>
          <a:xfrm>
            <a:off x="0" y="0"/>
            <a:ext cx="4025900" cy="350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6525" lIns="93075" spcFirstLastPara="1" rIns="93075" wrap="square" tIns="465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2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2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250" lIns="92125" spcFirstLastPara="1" rIns="92125" wrap="square" tIns="4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:notes"/>
          <p:cNvSpPr txBox="1"/>
          <p:nvPr>
            <p:ph idx="12" type="sldNum"/>
          </p:nvPr>
        </p:nvSpPr>
        <p:spPr>
          <a:xfrm>
            <a:off x="5262563" y="6653213"/>
            <a:ext cx="4025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075" spcFirstLastPara="1" rIns="93075" wrap="square" tIns="46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3:notes"/>
          <p:cNvSpPr/>
          <p:nvPr>
            <p:ph idx="2" type="sldImg"/>
          </p:nvPr>
        </p:nvSpPr>
        <p:spPr>
          <a:xfrm>
            <a:off x="2782888" y="412750"/>
            <a:ext cx="3724275" cy="279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23:notes"/>
          <p:cNvSpPr txBox="1"/>
          <p:nvPr>
            <p:ph idx="1" type="body"/>
          </p:nvPr>
        </p:nvSpPr>
        <p:spPr>
          <a:xfrm>
            <a:off x="1238250" y="3327400"/>
            <a:ext cx="6813550" cy="315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75" spcFirstLastPara="1" rIns="9307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410400" y="2694006"/>
            <a:ext cx="832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2"/>
                </a:solidFill>
              </a:rPr>
              <a:t>Report On </a:t>
            </a:r>
            <a:r>
              <a:rPr b="1" lang="en-US">
                <a:solidFill>
                  <a:schemeClr val="accent2"/>
                </a:solidFill>
              </a:rPr>
              <a:t>Payroll Accounting And Pension Plan.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304800" y="1371600"/>
            <a:ext cx="8599488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361950" lvl="0" marL="361950" rtl="0" algn="l">
              <a:spcBef>
                <a:spcPts val="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Payroll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pertains to both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salaries and wages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Managerial, administrative, and sales personnel are generally paid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salaries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 Salaries are often expressed in terms of a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specified amount per month or year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Store clerks, factory employees and manual laborers are normally paid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wages-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based on a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rate per hour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Payments made to professional individuals who are independent contractors are called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fees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/>
          </a:p>
          <a:p>
            <a:pPr indent="-361950" lvl="0" marL="361950" rtl="0" algn="just"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Government regulations relating to the payment and reporting of payroll taxes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only to employees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574675" y="320675"/>
            <a:ext cx="7918450" cy="865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PAYROLL ACCOUNTING</a:t>
            </a:r>
            <a:endParaRPr b="1" sz="2100">
              <a:solidFill>
                <a:srgbClr val="CF0E30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1331913" y="365125"/>
            <a:ext cx="6470650" cy="841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/>
              <a:t>INTERNAL CONTROLS FOR PAYROLL</a:t>
            </a:r>
            <a:endParaRPr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228600" y="1606550"/>
            <a:ext cx="8686800" cy="502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360363" lvl="0" marL="39846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The objectives of internal accounting control concerning payroll are: </a:t>
            </a:r>
            <a:endParaRPr/>
          </a:p>
          <a:p>
            <a:pPr indent="-360363" lvl="0" marL="398463" rtl="0" algn="l">
              <a:spcBef>
                <a:spcPts val="560"/>
              </a:spcBef>
              <a:spcAft>
                <a:spcPts val="0"/>
              </a:spcAft>
              <a:buClr>
                <a:srgbClr val="CF0E3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300">
                <a:solidFill>
                  <a:srgbClr val="006B61"/>
                </a:solidFill>
              </a:rPr>
              <a:t>1</a:t>
            </a: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safeguard company assets from unauthorized  payments of payrolls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endParaRPr/>
          </a:p>
          <a:p>
            <a:pPr indent="-360363" lvl="0" marL="398463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800">
                <a:solidFill>
                  <a:srgbClr val="006B61"/>
                </a:solidFill>
              </a:rPr>
              <a:t>2</a:t>
            </a: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ensure the accuracy and reliability of the      	accounting records pertaining to payrolls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2800">
              <a:solidFill>
                <a:srgbClr val="CF0E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0363" lvl="0" marL="398463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Payroll activities involve four functions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360363" lvl="0" marL="398463" rtl="0" algn="l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Clr>
                <a:srgbClr val="CF0E3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800">
                <a:solidFill>
                  <a:srgbClr val="006B61"/>
                </a:solidFill>
              </a:rPr>
              <a:t>1</a:t>
            </a: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Hiring employees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/>
          </a:p>
          <a:p>
            <a:pPr indent="-360363" lvl="0" marL="398463" rtl="0" algn="l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800">
                <a:solidFill>
                  <a:srgbClr val="006B61"/>
                </a:solidFill>
              </a:rPr>
              <a:t>2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Timekeeping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/>
          </a:p>
          <a:p>
            <a:pPr indent="-360363" lvl="0" marL="398463" rtl="0" algn="l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800">
                <a:solidFill>
                  <a:srgbClr val="006B61"/>
                </a:solidFill>
              </a:rPr>
              <a:t>3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Preparing the payroll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, and</a:t>
            </a:r>
            <a:endParaRPr/>
          </a:p>
          <a:p>
            <a:pPr indent="-360363" lvl="0" marL="398463" rtl="0" algn="l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800">
                <a:solidFill>
                  <a:srgbClr val="006B61"/>
                </a:solidFill>
              </a:rPr>
              <a:t>4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Paying the payroll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2800">
              <a:solidFill>
                <a:srgbClr val="CF0E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1430338" y="460375"/>
            <a:ext cx="62738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/>
              <a:t>HIRING EMPLOYEES</a:t>
            </a:r>
            <a:endParaRPr/>
          </a:p>
        </p:txBody>
      </p:sp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381000" y="1676400"/>
            <a:ext cx="8197850" cy="2563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361950" lvl="0" marL="3619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resources department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is responsible for ensuring the accuracy of the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personnel authorization form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61950" lvl="0" marL="36195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 human resources department is also responsible for authorizing changes in employment status:</a:t>
            </a:r>
            <a:endParaRPr/>
          </a:p>
          <a:p>
            <a:pPr indent="-361950" lvl="0" marL="36195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F0E3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</a:rPr>
              <a:t>1	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in pay rates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6195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F0E3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</a:rPr>
              <a:t>2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Termination of employment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375" y="4648200"/>
            <a:ext cx="2409825" cy="192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2332038" y="473075"/>
            <a:ext cx="44704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/>
              <a:t>TIMEKEEPING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228600" y="1371600"/>
            <a:ext cx="8610600" cy="47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361950" lvl="0" marL="361950" rtl="0" algn="just">
              <a:spcBef>
                <a:spcPts val="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Hourly employees are usually required to record time worked by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“punching” a time clock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 Times of arrival and departure are automatically recorded by the employee by inserting a time card into the clock.</a:t>
            </a:r>
            <a:endParaRPr/>
          </a:p>
          <a:p>
            <a:pPr indent="-361950" lvl="0" marL="361950" rtl="0" algn="just"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 large companies time clock procedures are often monitored by a supervisor or security guard to make sure an employee punches only one card.</a:t>
            </a:r>
            <a:endParaRPr/>
          </a:p>
          <a:p>
            <a:pPr indent="-361950" lvl="0" marL="361950" rtl="0" algn="just"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 employee’s supervisor:</a:t>
            </a:r>
            <a:endParaRPr/>
          </a:p>
          <a:p>
            <a:pPr indent="-361950" lvl="0" marL="36195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</a:rPr>
              <a:t>1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Approves the hours shown by signing the time card at the 	end of the pay period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endParaRPr/>
          </a:p>
          <a:p>
            <a:pPr indent="-361950" lvl="0" marL="361950" rtl="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</a:rPr>
              <a:t>2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Authorizes any overtime hours for an employee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650875" y="473075"/>
            <a:ext cx="78232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/>
              <a:t>PREPARING THE PAYROLL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304800" y="1447800"/>
            <a:ext cx="8621713" cy="2157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3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payroll is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prepared in the payroll department on the basis of </a:t>
            </a:r>
            <a:r>
              <a:rPr b="1" lang="en-US" sz="3000">
                <a:solidFill>
                  <a:srgbClr val="CF0E30"/>
                </a:solidFill>
              </a:rPr>
              <a:t>two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inputs: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6B6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06B61"/>
                </a:solidFill>
              </a:rPr>
              <a:t>1</a:t>
            </a:r>
            <a:r>
              <a:rPr b="1" lang="en-US" sz="3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Human resources department authorizations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6B6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06B61"/>
                </a:solidFill>
              </a:rPr>
              <a:t>2</a:t>
            </a:r>
            <a:r>
              <a:rPr b="1" lang="en-US" sz="3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Approved time cards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9538" y="4038600"/>
            <a:ext cx="1885950" cy="192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457200" y="395288"/>
            <a:ext cx="8077200" cy="796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/>
              <a:t>DETERMINING AND PAYING THE PAYROLL</a:t>
            </a:r>
            <a:endParaRPr b="1" sz="1900">
              <a:solidFill>
                <a:srgbClr val="CF0E30"/>
              </a:solidFill>
            </a:endParaRPr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288925" y="1636713"/>
            <a:ext cx="8474075" cy="352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361950" lvl="0" marL="361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Determining the payroll involves computing three amounts:</a:t>
            </a:r>
            <a:endParaRPr/>
          </a:p>
          <a:p>
            <a:pPr indent="-361950" lvl="0" marL="361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</a:rPr>
              <a:t>1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Gross earnings</a:t>
            </a:r>
            <a:endParaRPr/>
          </a:p>
          <a:p>
            <a:pPr indent="-361950" lvl="0" marL="361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F0E3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</a:rPr>
              <a:t>2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Payroll deductions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61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</a:rPr>
              <a:t>3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pay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61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 payroll is paid by the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treasurer’s department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61950" lvl="0" marL="361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</a:rPr>
              <a:t>1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by check minimizes the risk of loss from theft.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61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</a:rPr>
              <a:t>2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endorsed check provides proof of payment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0"/>
          <p:cNvGrpSpPr/>
          <p:nvPr/>
        </p:nvGrpSpPr>
        <p:grpSpPr>
          <a:xfrm>
            <a:off x="762000" y="5143500"/>
            <a:ext cx="7673975" cy="1503363"/>
            <a:chOff x="496" y="3532"/>
            <a:chExt cx="5076" cy="1010"/>
          </a:xfrm>
        </p:grpSpPr>
        <p:sp>
          <p:nvSpPr>
            <p:cNvPr id="152" name="Google Shape;152;p20"/>
            <p:cNvSpPr/>
            <p:nvPr/>
          </p:nvSpPr>
          <p:spPr>
            <a:xfrm>
              <a:off x="496" y="3532"/>
              <a:ext cx="5076" cy="101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3" name="Google Shape;153;p20"/>
            <p:cNvPicPr preferRelativeResize="0"/>
            <p:nvPr/>
          </p:nvPicPr>
          <p:blipFill rotWithShape="1">
            <a:blip r:embed="rId3">
              <a:alphaModFix/>
            </a:blip>
            <a:srcRect b="59541" l="0" r="66435" t="0"/>
            <a:stretch/>
          </p:blipFill>
          <p:spPr>
            <a:xfrm>
              <a:off x="1008" y="3549"/>
              <a:ext cx="4085" cy="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pic>
      </p:grpSp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708025" y="1630363"/>
            <a:ext cx="7788275" cy="3398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361950" lvl="0" marL="361950" rtl="0" algn="l">
              <a:spcBef>
                <a:spcPts val="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Gross earnings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is the total compensation earned by an employee. </a:t>
            </a:r>
            <a:endParaRPr/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It consists of 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wages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salaries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, plus any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bonuses and commissions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Total wages are determined by multiplying the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hours worked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by the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hourly rate of pay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61950" lvl="0" marL="361950" rtl="0" algn="l">
              <a:spcBef>
                <a:spcPts val="480"/>
              </a:spcBef>
              <a:spcAft>
                <a:spcPts val="0"/>
              </a:spcAft>
              <a:buClr>
                <a:srgbClr val="006B6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Most companies are required to pay a minimum of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1/2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 regular hourly rate for overtime work.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817563" y="363538"/>
            <a:ext cx="7508875" cy="1112837"/>
          </a:xfrm>
          <a:prstGeom prst="rect">
            <a:avLst/>
          </a:prstGeom>
          <a:noFill/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COMPUTATION OF TOTAL WAGES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457200" y="320675"/>
            <a:ext cx="8112125" cy="91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/>
              <a:t>PAYROLL DEDUCTIONS</a:t>
            </a:r>
            <a:endParaRPr/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304800" y="1371600"/>
            <a:ext cx="8382000" cy="4945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466725" lvl="0" marL="466725" rtl="0" algn="l">
              <a:spcBef>
                <a:spcPts val="0"/>
              </a:spcBef>
              <a:spcAft>
                <a:spcPts val="0"/>
              </a:spcAft>
              <a:buClr>
                <a:srgbClr val="006B61"/>
              </a:buClr>
              <a:buSzPts val="32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The difference between gross pay and the amount </a:t>
            </a:r>
            <a:r>
              <a:rPr b="1" lang="en-US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actually received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is attributable to </a:t>
            </a:r>
            <a:r>
              <a:rPr b="1" lang="en-US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payroll deductions.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6725" lvl="0" marL="466725" rtl="0" algn="l">
              <a:spcBef>
                <a:spcPts val="640"/>
              </a:spcBef>
              <a:spcAft>
                <a:spcPts val="0"/>
              </a:spcAft>
              <a:buClr>
                <a:srgbClr val="006B61"/>
              </a:buClr>
              <a:buSzPts val="32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Mandatory</a:t>
            </a:r>
            <a:r>
              <a:rPr b="1"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deductions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consist of </a:t>
            </a:r>
            <a:r>
              <a:rPr b="1" lang="en-US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taxes.</a:t>
            </a:r>
            <a:endParaRPr/>
          </a:p>
          <a:p>
            <a:pPr indent="-466725" lvl="0" marL="466725" rtl="0" algn="l">
              <a:spcBef>
                <a:spcPts val="640"/>
              </a:spcBef>
              <a:spcAft>
                <a:spcPts val="0"/>
              </a:spcAft>
              <a:buClr>
                <a:srgbClr val="006B61"/>
              </a:buClr>
              <a:buSzPts val="3200"/>
              <a:buFont typeface="Times New Roman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The employer is merely a collection agent and subsequently transfers the amounts deducted to the government and designated recipients.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/>
          <p:nvPr/>
        </p:nvSpPr>
        <p:spPr>
          <a:xfrm>
            <a:off x="817563" y="255588"/>
            <a:ext cx="7508875" cy="65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PAYROLL DEDUCTIONS</a:t>
            </a:r>
            <a:endParaRPr/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14400"/>
            <a:ext cx="9144000" cy="5976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304800" y="1428750"/>
            <a:ext cx="8458200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466725" lvl="0" marL="4667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B61"/>
              </a:buClr>
              <a:buSzPts val="2600"/>
              <a:buFont typeface="Times New Roman"/>
              <a:buChar char="•"/>
            </a:pPr>
            <a:r>
              <a:rPr b="1" lang="en-US" sz="26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Taxes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are required to be withheld  from employees each pay period </a:t>
            </a:r>
            <a:endParaRPr/>
          </a:p>
          <a:p>
            <a:pPr indent="-466725" lvl="0" marL="4667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006B61"/>
              </a:buClr>
              <a:buSzPts val="2600"/>
              <a:buFont typeface="Times New Roman"/>
              <a:buChar char="•"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Amount is determined by </a:t>
            </a:r>
            <a:r>
              <a:rPr b="1" lang="en-US" sz="2600">
                <a:solidFill>
                  <a:srgbClr val="CF0E30"/>
                </a:solidFill>
              </a:rPr>
              <a:t>3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 variables:</a:t>
            </a:r>
            <a:endParaRPr/>
          </a:p>
          <a:p>
            <a:pPr indent="-466725" lvl="0" marL="4667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600">
                <a:solidFill>
                  <a:srgbClr val="006B61"/>
                </a:solidFill>
              </a:rPr>
              <a:t>1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6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employee’s gross earnings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6725" lvl="0" marL="4667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rgbClr val="CF0E3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600">
                <a:solidFill>
                  <a:srgbClr val="006B61"/>
                </a:solidFill>
              </a:rPr>
              <a:t>2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6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number of allowances claimed by                       	the employee</a:t>
            </a:r>
            <a:endParaRPr/>
          </a:p>
          <a:p>
            <a:pPr indent="-466725" lvl="0" marL="466725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600">
                <a:solidFill>
                  <a:srgbClr val="006B61"/>
                </a:solidFill>
              </a:rPr>
              <a:t>3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6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length of the pay period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6725" lvl="0" marL="466725" rtl="0" algn="l">
              <a:lnSpc>
                <a:spcPct val="120000"/>
              </a:lnSpc>
              <a:spcBef>
                <a:spcPts val="520"/>
              </a:spcBef>
              <a:spcAft>
                <a:spcPts val="0"/>
              </a:spcAft>
              <a:buClr>
                <a:srgbClr val="006B61"/>
              </a:buClr>
              <a:buSzPts val="2600"/>
              <a:buFont typeface="Times New Roman"/>
              <a:buChar char="•"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To indicate to the </a:t>
            </a:r>
            <a:r>
              <a:rPr b="1" lang="en-US" sz="26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Revenue Service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 the number of allowances claimed, the employee must complete an </a:t>
            </a:r>
            <a:r>
              <a:rPr b="1" lang="en-US" sz="26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Employee’s Withholding Certificate</a:t>
            </a: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84" name="Google Shape;184;p23"/>
          <p:cNvSpPr txBox="1"/>
          <p:nvPr>
            <p:ph type="title"/>
          </p:nvPr>
        </p:nvSpPr>
        <p:spPr>
          <a:xfrm>
            <a:off x="1839913" y="522288"/>
            <a:ext cx="5449887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INCOME TAXES </a:t>
            </a:r>
            <a:endParaRPr/>
          </a:p>
        </p:txBody>
      </p:sp>
      <p:pic>
        <p:nvPicPr>
          <p:cNvPr id="185" name="Google Shape;1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8975" y="2143125"/>
            <a:ext cx="2105025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574675" y="320675"/>
            <a:ext cx="7994650" cy="91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VOLUNTARY DEDUCTIONS </a:t>
            </a:r>
            <a:endParaRPr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777875" y="1851025"/>
            <a:ext cx="7240588" cy="482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B61"/>
              </a:buClr>
              <a:buSzPts val="3400"/>
              <a:buFont typeface="Times New Roman"/>
              <a:buChar char="•"/>
            </a:pPr>
            <a:r>
              <a:rPr b="1" lang="en-US" sz="3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Voluntary Deductions </a:t>
            </a:r>
            <a:endParaRPr/>
          </a:p>
          <a:p>
            <a:pPr indent="-300038" lvl="1" marL="871538" rtl="0" algn="l">
              <a:spcBef>
                <a:spcPts val="520"/>
              </a:spcBef>
              <a:spcAft>
                <a:spcPts val="0"/>
              </a:spcAft>
              <a:buClr>
                <a:srgbClr val="006B61"/>
              </a:buClr>
              <a:buSzPts val="2600"/>
              <a:buFont typeface="Times New Roman"/>
              <a:buChar char="–"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pertain to withholdings for charitable, retirement, and other purposes  </a:t>
            </a:r>
            <a:endParaRPr/>
          </a:p>
          <a:p>
            <a:pPr indent="-300038" lvl="1" marL="871538" rtl="0" algn="l">
              <a:spcBef>
                <a:spcPts val="520"/>
              </a:spcBef>
              <a:spcAft>
                <a:spcPts val="0"/>
              </a:spcAft>
              <a:buClr>
                <a:srgbClr val="006B61"/>
              </a:buClr>
              <a:buSzPts val="2600"/>
              <a:buFont typeface="Times New Roman"/>
              <a:buChar char="–"/>
            </a:pPr>
            <a:r>
              <a:rPr b="1" lang="en-US" sz="2600">
                <a:latin typeface="Times New Roman"/>
                <a:ea typeface="Times New Roman"/>
                <a:cs typeface="Times New Roman"/>
                <a:sym typeface="Times New Roman"/>
              </a:rPr>
              <a:t>authorized in  writing by the employee.</a:t>
            </a:r>
            <a:endParaRPr/>
          </a:p>
        </p:txBody>
      </p:sp>
      <p:pic>
        <p:nvPicPr>
          <p:cNvPr id="197" name="Google Shape;1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8075" y="2714625"/>
            <a:ext cx="1685925" cy="3589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762000" y="1752600"/>
            <a:ext cx="7561263" cy="345598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 rotWithShape="1">
          <a:blip r:embed="rId3">
            <a:alphaModFix/>
          </a:blip>
          <a:srcRect b="13326" l="1312" r="36496" t="0"/>
          <a:stretch/>
        </p:blipFill>
        <p:spPr>
          <a:xfrm>
            <a:off x="838200" y="1828800"/>
            <a:ext cx="7442200" cy="335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838200" y="5392738"/>
            <a:ext cx="7485063" cy="1331912"/>
          </a:xfrm>
          <a:prstGeom prst="rect">
            <a:avLst/>
          </a:prstGeom>
          <a:solidFill>
            <a:srgbClr val="DADADA"/>
          </a:solidFill>
          <a:ln>
            <a:noFill/>
          </a:ln>
          <a:effectLst>
            <a:outerShdw rotWithShape="0" algn="ctr" dir="2700000" dist="35921">
              <a:schemeClr val="lt2"/>
            </a:outerShdw>
          </a:effectLst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CF0E30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Pay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(or </a:t>
            </a:r>
            <a:r>
              <a:rPr b="1" lang="en-US" sz="2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take-home pay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) is determined by subtracting payroll deductions from gross earnings.  Assuming an employee’s wages are </a:t>
            </a:r>
            <a:r>
              <a:rPr b="1" lang="en-US" sz="2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₦552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each week, the employee will earn </a:t>
            </a:r>
            <a:r>
              <a:rPr b="1" lang="en-US" sz="2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₦28,704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for the year (</a:t>
            </a:r>
            <a:r>
              <a:rPr b="1" lang="en-US" sz="2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 weeks X ₦552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).  Thus, all earnings are subject to FICA taxes.</a:t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817563" y="309563"/>
            <a:ext cx="7508875" cy="655637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06B61"/>
            </a:outerShdw>
          </a:effectLst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COMPUTATION OF NET PAY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228600" y="1433513"/>
            <a:ext cx="8686800" cy="344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361950" lvl="0" marL="361950" rtl="0" algn="l">
              <a:spcBef>
                <a:spcPts val="0"/>
              </a:spcBef>
              <a:spcAft>
                <a:spcPts val="0"/>
              </a:spcAft>
              <a:buClr>
                <a:srgbClr val="006B61"/>
              </a:buClr>
              <a:buSzPts val="2800"/>
              <a:buFont typeface="Times New Roman"/>
              <a:buChar char="•"/>
            </a:pP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 earnings record 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61950" rtl="0" algn="l">
              <a:spcBef>
                <a:spcPts val="560"/>
              </a:spcBef>
              <a:spcAft>
                <a:spcPts val="0"/>
              </a:spcAft>
              <a:buClr>
                <a:srgbClr val="CF0E3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state and federal payroll tax returns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61950" rtl="0" algn="l">
              <a:spcBef>
                <a:spcPts val="560"/>
              </a:spcBef>
              <a:spcAft>
                <a:spcPts val="0"/>
              </a:spcAft>
              <a:buClr>
                <a:srgbClr val="CF0E30"/>
              </a:buClr>
              <a:buSzPts val="2800"/>
              <a:buFont typeface="Times New Roman"/>
              <a:buNone/>
            </a:pP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each employee with a statement of gross 	earnings and tax withholdings for the year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361950" rtl="0" algn="l">
              <a:spcBef>
                <a:spcPts val="560"/>
              </a:spcBef>
              <a:spcAft>
                <a:spcPts val="0"/>
              </a:spcAft>
              <a:buClr>
                <a:srgbClr val="006B61"/>
              </a:buClr>
              <a:buSzPts val="2800"/>
              <a:buFont typeface="Times New Roman"/>
              <a:buChar char="•"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Many companies use a </a:t>
            </a:r>
            <a:r>
              <a:rPr b="1" lang="en-US" sz="28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payroll register 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to accumulate the gross earnings, deductions, and net pay by employee for each period.</a:t>
            </a:r>
            <a:endParaRPr/>
          </a:p>
        </p:txBody>
      </p:sp>
      <p:sp>
        <p:nvSpPr>
          <p:cNvPr id="221" name="Google Shape;221;p26"/>
          <p:cNvSpPr txBox="1"/>
          <p:nvPr>
            <p:ph type="title"/>
          </p:nvPr>
        </p:nvSpPr>
        <p:spPr>
          <a:xfrm>
            <a:off x="798513" y="142875"/>
            <a:ext cx="7546975" cy="1357313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06B61"/>
            </a:outerShdw>
          </a:effectLst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RECORDING THE PAYROLL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/>
          <p:nvPr/>
        </p:nvSpPr>
        <p:spPr>
          <a:xfrm>
            <a:off x="0" y="274638"/>
            <a:ext cx="9144000" cy="1166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RECOGNIZING PAYROLL EXPENSES AND LIABILITIES</a:t>
            </a:r>
            <a:endParaRPr/>
          </a:p>
        </p:txBody>
      </p:sp>
      <p:sp>
        <p:nvSpPr>
          <p:cNvPr id="228" name="Google Shape;228;p27"/>
          <p:cNvSpPr/>
          <p:nvPr/>
        </p:nvSpPr>
        <p:spPr>
          <a:xfrm>
            <a:off x="76200" y="5086350"/>
            <a:ext cx="8964613" cy="161925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Academy Company records its payroll for the week ending January 14, 2005 with the journal entry above.  </a:t>
            </a:r>
            <a:r>
              <a:rPr b="1" i="0" lang="en-US" sz="21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Salaries Expense</a:t>
            </a: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1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₦5,200</a:t>
            </a: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</a:t>
            </a:r>
            <a:r>
              <a:rPr b="1" i="0" lang="en-US" sz="21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Wages Payable</a:t>
            </a: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1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₦12,010</a:t>
            </a: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are debited in total for </a:t>
            </a:r>
            <a:r>
              <a:rPr b="1" i="0" lang="en-US" sz="21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₦17,210</a:t>
            </a: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b="1" i="0" lang="en-US" sz="21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gross earnings</a:t>
            </a: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Specific liability accounts are credited for the deductions made during the pay period.  </a:t>
            </a:r>
            <a:r>
              <a:rPr b="1" i="0" lang="en-US" sz="21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Salaries and Wages Payable </a:t>
            </a: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credited for </a:t>
            </a:r>
            <a:r>
              <a:rPr b="1" i="0" lang="en-US" sz="21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₦11,462.50 </a:t>
            </a: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i="0" lang="en-US" sz="21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earnings</a:t>
            </a: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grpSp>
        <p:nvGrpSpPr>
          <p:cNvPr id="229" name="Google Shape;229;p27"/>
          <p:cNvGrpSpPr/>
          <p:nvPr/>
        </p:nvGrpSpPr>
        <p:grpSpPr>
          <a:xfrm>
            <a:off x="457200" y="1447800"/>
            <a:ext cx="8077200" cy="3443288"/>
            <a:chOff x="457200" y="1571625"/>
            <a:chExt cx="8077200" cy="3443288"/>
          </a:xfrm>
        </p:grpSpPr>
        <p:pic>
          <p:nvPicPr>
            <p:cNvPr id="230" name="Google Shape;23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7200" y="1571625"/>
              <a:ext cx="8077200" cy="3443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7"/>
            <p:cNvSpPr txBox="1"/>
            <p:nvPr/>
          </p:nvSpPr>
          <p:spPr>
            <a:xfrm>
              <a:off x="457200" y="2158231"/>
              <a:ext cx="8077200" cy="26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225" lIns="86475" spcFirstLastPara="1" rIns="86475" wrap="square" tIns="43225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Jan 14</a:t>
              </a:r>
              <a:r>
                <a:rPr lang="en-US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Office Salaries Expense                     5,200.00</a:t>
              </a:r>
              <a:endParaRPr/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		</a:t>
              </a:r>
              <a:r>
                <a:rPr lang="en-US" sz="19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Wages Expense                                 12,010.00</a:t>
              </a:r>
              <a:endParaRPr/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		FICA                                                               1,376.80</a:t>
              </a:r>
              <a:endParaRPr/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		Federal Income Taxes Pay.                             3,490.00</a:t>
              </a:r>
              <a:endParaRPr/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		State Income Taxes Pay.                                    344.20</a:t>
              </a:r>
              <a:endParaRPr/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		United Fund Pay.                                               421.50</a:t>
              </a:r>
              <a:endParaRPr/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		Union Dues Pay.                                                115.00</a:t>
              </a:r>
              <a:endParaRPr/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Times New Roman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		Salaries and Wages Pay.                                11,462.50</a:t>
              </a:r>
              <a:endParaRPr/>
            </a:p>
          </p:txBody>
        </p:sp>
      </p:grp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/>
          <p:nvPr/>
        </p:nvSpPr>
        <p:spPr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871538" y="4610100"/>
            <a:ext cx="7473950" cy="193198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entry to record payment of the Academy Company payroll is a debit to </a:t>
            </a:r>
            <a:r>
              <a:rPr b="1" i="0" lang="en-US" sz="24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Salaries and Wages Payable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a credit to </a:t>
            </a:r>
            <a:r>
              <a:rPr b="1" i="0" lang="en-US" sz="24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When currency is used in payment, one check is prepared for the amount of </a:t>
            </a:r>
            <a:r>
              <a:rPr b="1" i="0" lang="en-US" sz="24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earnings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4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₦11,462.50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endParaRPr/>
          </a:p>
        </p:txBody>
      </p:sp>
      <p:sp>
        <p:nvSpPr>
          <p:cNvPr id="244" name="Google Shape;244;p28"/>
          <p:cNvSpPr/>
          <p:nvPr/>
        </p:nvSpPr>
        <p:spPr>
          <a:xfrm>
            <a:off x="1743075" y="274638"/>
            <a:ext cx="5667375" cy="1166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RECORDING PAYMENT OF THE PAYROLL</a:t>
            </a:r>
            <a:endParaRPr/>
          </a:p>
        </p:txBody>
      </p:sp>
      <p:pic>
        <p:nvPicPr>
          <p:cNvPr id="245" name="Google Shape;2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538" y="1785938"/>
            <a:ext cx="7473950" cy="253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 txBox="1"/>
          <p:nvPr/>
        </p:nvSpPr>
        <p:spPr>
          <a:xfrm>
            <a:off x="871550" y="2466975"/>
            <a:ext cx="7473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3225" lIns="86475" spcFirstLastPara="1" rIns="86475" wrap="square" tIns="43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Jan. 14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Salaries and Wages Pay.      11,462.50</a:t>
            </a:r>
            <a:endParaRPr/>
          </a:p>
          <a:p>
            <a:pPr indent="4572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									 11,462.50			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/>
          <p:nvPr/>
        </p:nvSpPr>
        <p:spPr>
          <a:xfrm rot="5400000">
            <a:off x="6348525" y="2104775"/>
            <a:ext cx="8262600" cy="11145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06B61"/>
            </a:outerShdw>
          </a:effectLst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b="1" i="0" lang="en-US" sz="3700" u="none" cap="none" strike="noStrike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RECORDING EMPLOYER</a:t>
            </a:r>
            <a:endParaRPr b="1" sz="3700">
              <a:solidFill>
                <a:srgbClr val="000099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b="1" i="0" lang="en-US" sz="3700" u="none" cap="none" strike="noStrike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PAYROLL TAXES</a:t>
            </a:r>
            <a:endParaRPr sz="1300"/>
          </a:p>
        </p:txBody>
      </p:sp>
      <p:sp>
        <p:nvSpPr>
          <p:cNvPr id="253" name="Google Shape;253;p29"/>
          <p:cNvSpPr/>
          <p:nvPr/>
        </p:nvSpPr>
        <p:spPr>
          <a:xfrm>
            <a:off x="760413" y="1771650"/>
            <a:ext cx="7554912" cy="220821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entry to record the 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payroll tax expense 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associated with the Academy Company payroll results in a debit to 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Payroll Tax Expense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₦2,443.82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 credit to 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FICA Taxes Payable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₦1,376.80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₦17,210 X 8%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a credit to 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FUTA Payable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₦137.68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₦17,210 X 0.8%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and a credit to 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SUTA Payable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₦929.34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3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₦17,210 X 5.4%</a:t>
            </a: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endParaRPr/>
          </a:p>
        </p:txBody>
      </p:sp>
      <p:grpSp>
        <p:nvGrpSpPr>
          <p:cNvPr id="254" name="Google Shape;254;p29"/>
          <p:cNvGrpSpPr/>
          <p:nvPr/>
        </p:nvGrpSpPr>
        <p:grpSpPr>
          <a:xfrm>
            <a:off x="812800" y="4214813"/>
            <a:ext cx="7313700" cy="2357437"/>
            <a:chOff x="812800" y="4214813"/>
            <a:chExt cx="7313700" cy="2357437"/>
          </a:xfrm>
        </p:grpSpPr>
        <p:pic>
          <p:nvPicPr>
            <p:cNvPr id="255" name="Google Shape;255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2800" y="4214813"/>
              <a:ext cx="7313613" cy="23574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9"/>
            <p:cNvSpPr txBox="1"/>
            <p:nvPr/>
          </p:nvSpPr>
          <p:spPr>
            <a:xfrm>
              <a:off x="812800" y="4932474"/>
              <a:ext cx="7313700" cy="15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3225" lIns="86475" spcFirstLastPara="1" rIns="86475" wrap="square" tIns="43225">
              <a:sp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Jan 14.		Payroll Tax Expense		   		      2,443.82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FICA Taxes Pay</a:t>
              </a: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		     			 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1,376.80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Federal Unemployment Taxes Pay			 	     137.68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	State Unemployment Taxes Pay					     929.34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</a:t>
              </a:r>
              <a:endParaRPr/>
            </a:p>
          </p:txBody>
        </p:sp>
      </p:grpSp>
      <p:sp>
        <p:nvSpPr>
          <p:cNvPr id="257" name="Google Shape;257;p29"/>
          <p:cNvSpPr/>
          <p:nvPr/>
        </p:nvSpPr>
        <p:spPr>
          <a:xfrm>
            <a:off x="715138" y="309700"/>
            <a:ext cx="7509000" cy="1227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06B61"/>
            </a:outerShdw>
          </a:effectLst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lang="en-US" sz="3800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RECORDING EMPLOYER PAYROLL TAXES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30"/>
          <p:cNvGrpSpPr/>
          <p:nvPr/>
        </p:nvGrpSpPr>
        <p:grpSpPr>
          <a:xfrm>
            <a:off x="368300" y="1785938"/>
            <a:ext cx="8445500" cy="3713162"/>
            <a:chOff x="271" y="54"/>
            <a:chExt cx="5586" cy="2495"/>
          </a:xfrm>
        </p:grpSpPr>
        <p:sp>
          <p:nvSpPr>
            <p:cNvPr id="264" name="Google Shape;264;p30"/>
            <p:cNvSpPr/>
            <p:nvPr/>
          </p:nvSpPr>
          <p:spPr>
            <a:xfrm>
              <a:off x="454" y="54"/>
              <a:ext cx="5140" cy="10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025" lIns="91575" spcFirstLastPara="1" rIns="91575" wrap="square" tIns="45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None/>
              </a:pPr>
              <a:r>
                <a:t/>
              </a:r>
              <a:endParaRPr b="1" i="0" sz="2300" u="none" cap="none" strike="noStrik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0"/>
            <p:cNvSpPr/>
            <p:nvPr/>
          </p:nvSpPr>
          <p:spPr>
            <a:xfrm>
              <a:off x="271" y="1238"/>
              <a:ext cx="5586" cy="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025" lIns="85575" spcFirstLastPara="1" rIns="85575" wrap="square" tIns="42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63DE8"/>
                </a:buClr>
                <a:buSzPts val="7300"/>
                <a:buFont typeface="Arial"/>
                <a:buNone/>
              </a:pPr>
              <a:r>
                <a:rPr b="1" i="0" lang="en-US" sz="7300" u="none" cap="none" strike="noStrike">
                  <a:solidFill>
                    <a:srgbClr val="063DE8"/>
                  </a:solidFill>
                  <a:latin typeface="Arial"/>
                  <a:ea typeface="Arial"/>
                  <a:cs typeface="Arial"/>
                  <a:sym typeface="Arial"/>
                </a:rPr>
                <a:t>................................</a:t>
              </a:r>
              <a:endParaRPr/>
            </a:p>
          </p:txBody>
        </p:sp>
        <p:sp>
          <p:nvSpPr>
            <p:cNvPr id="266" name="Google Shape;266;p30"/>
            <p:cNvSpPr/>
            <p:nvPr/>
          </p:nvSpPr>
          <p:spPr>
            <a:xfrm rot="10800000">
              <a:off x="2109" y="1370"/>
              <a:ext cx="1726" cy="1179"/>
            </a:xfrm>
            <a:prstGeom prst="triangle">
              <a:avLst>
                <a:gd fmla="val 49995" name="adj"/>
              </a:avLst>
            </a:prstGeom>
            <a:solidFill>
              <a:srgbClr val="006B6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30"/>
          <p:cNvSpPr/>
          <p:nvPr/>
        </p:nvSpPr>
        <p:spPr>
          <a:xfrm>
            <a:off x="725488" y="500063"/>
            <a:ext cx="7867650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Font typeface="Arial Black"/>
              <a:buNone/>
            </a:pPr>
            <a:r>
              <a:rPr b="1" i="0" lang="en-US" sz="3800" u="none" cap="none" strike="noStrike">
                <a:solidFill>
                  <a:schemeClr val="accent2"/>
                </a:solidFill>
                <a:latin typeface="Arial Black"/>
                <a:ea typeface="Arial Black"/>
                <a:cs typeface="Arial Black"/>
                <a:sym typeface="Arial Black"/>
              </a:rPr>
              <a:t>Additional Fringe Benefits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/>
          <p:nvPr/>
        </p:nvSpPr>
        <p:spPr>
          <a:xfrm>
            <a:off x="152400" y="1554163"/>
            <a:ext cx="8983663" cy="271621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 often are given rights to receive compensation for  absences when certain conditions of employment are met.  Such compensation may relate to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paid vacations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sick pay benefits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b="1" i="0" lang="en-US" sz="20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paid holidays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A liability should be accrued for paid future absences if </a:t>
            </a: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1)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payment is probable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amount can be reasonably estimated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Academy Company employees are entitled to one day’s vacation for each month worked.  If </a:t>
            </a:r>
            <a:r>
              <a:rPr b="1" i="0" lang="en-US" sz="20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employees earn an average of </a:t>
            </a:r>
            <a:r>
              <a:rPr b="1" i="0" lang="en-US" sz="20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₦110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 day in a given month, the accrual for vacation benefits for January is </a:t>
            </a:r>
            <a:r>
              <a:rPr b="1" i="0" lang="en-US" sz="20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₦3,300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i="0" lang="en-US" sz="2000" u="none" cap="none" strike="noStrik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₦110 X 30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 The liability is recognized at January 31 by the following adjusting entry: </a:t>
            </a:r>
            <a:endParaRPr/>
          </a:p>
        </p:txBody>
      </p:sp>
      <p:pic>
        <p:nvPicPr>
          <p:cNvPr id="274" name="Google Shape;2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488" y="4495800"/>
            <a:ext cx="6154737" cy="1928813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1"/>
          <p:cNvSpPr txBox="1"/>
          <p:nvPr/>
        </p:nvSpPr>
        <p:spPr>
          <a:xfrm>
            <a:off x="1741500" y="5032375"/>
            <a:ext cx="61548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3225" lIns="86475" spcFirstLastPara="1" rIns="86475" wrap="square" tIns="43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Jan. 31     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Vacation Benefits Exp.              3,300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Vacation Benefits Pay                       		 3,300</a:t>
            </a:r>
            <a:endParaRPr/>
          </a:p>
        </p:txBody>
      </p:sp>
      <p:sp>
        <p:nvSpPr>
          <p:cNvPr id="276" name="Google Shape;276;p31"/>
          <p:cNvSpPr/>
          <p:nvPr/>
        </p:nvSpPr>
        <p:spPr>
          <a:xfrm>
            <a:off x="396875" y="163525"/>
            <a:ext cx="8368500" cy="1227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06B61"/>
            </a:outerShdw>
          </a:effectLst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b="0" i="0" lang="en-US" sz="3700" u="none" cap="none" strike="noStrike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AD</a:t>
            </a:r>
            <a:r>
              <a:rPr lang="en-US" sz="3700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DITIONAL FRINGE BENEFITS</a:t>
            </a:r>
            <a:endParaRPr sz="3700">
              <a:solidFill>
                <a:srgbClr val="000099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lang="en-US" sz="3700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PAID ABSENCES</a:t>
            </a:r>
            <a:endParaRPr sz="1300"/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/>
          <p:nvPr/>
        </p:nvSpPr>
        <p:spPr>
          <a:xfrm>
            <a:off x="414338" y="1689100"/>
            <a:ext cx="8120062" cy="193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b="1" i="0" lang="en-US" sz="2400" u="none" cap="none" strike="noStrik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vacation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paid, </a:t>
            </a:r>
            <a:r>
              <a:rPr b="1" i="0" lang="en-US" sz="2400" u="none" cap="none" strike="noStrik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Vacation Benefits Payable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debited and </a:t>
            </a:r>
            <a:r>
              <a:rPr b="1" i="0" lang="en-US" sz="2400" u="none" cap="none" strike="noStrik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Cash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credited.  If Academy Company pays such benefits for </a:t>
            </a:r>
            <a:r>
              <a:rPr b="1" i="0" lang="en-US" sz="2400" u="none" cap="none" strike="noStrik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employees in July, the journal entry to record the payment is for </a:t>
            </a:r>
            <a:r>
              <a:rPr b="1" i="0" lang="en-US" sz="2400" u="none" cap="none" strike="noStrik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₦1,100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-US" sz="2400" u="none" cap="none" strike="noStrik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₦110 X 10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/>
          </a:p>
        </p:txBody>
      </p:sp>
      <p:pic>
        <p:nvPicPr>
          <p:cNvPr id="283" name="Google Shape;28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4264025"/>
            <a:ext cx="6697663" cy="213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2"/>
          <p:cNvSpPr txBox="1"/>
          <p:nvPr/>
        </p:nvSpPr>
        <p:spPr>
          <a:xfrm>
            <a:off x="1066800" y="4811713"/>
            <a:ext cx="6697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3225" lIns="86475" spcFirstLastPara="1" rIns="86475" wrap="square" tIns="43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July 31		Vacation Benefits Pay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1,100</a:t>
            </a:r>
            <a:endParaRPr/>
          </a:p>
          <a:p>
            <a:pPr indent="457200" lvl="0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				   				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1,100</a:t>
            </a: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817488" y="163525"/>
            <a:ext cx="7509000" cy="1227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06B61"/>
            </a:outerShdw>
          </a:effectLst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b="0" i="0" lang="en-US" sz="3800" u="none" cap="none" strike="noStrike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AD</a:t>
            </a:r>
            <a:r>
              <a:rPr lang="en-US" sz="3800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DITIONAL FRINGE BENEFITS PAID ABSENCES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/>
          <p:nvPr/>
        </p:nvSpPr>
        <p:spPr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3"/>
          <p:cNvSpPr/>
          <p:nvPr/>
        </p:nvSpPr>
        <p:spPr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3"/>
          <p:cNvSpPr txBox="1"/>
          <p:nvPr>
            <p:ph type="title"/>
          </p:nvPr>
        </p:nvSpPr>
        <p:spPr>
          <a:xfrm>
            <a:off x="574675" y="228600"/>
            <a:ext cx="7994650" cy="1203325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06B61"/>
            </a:outerShdw>
          </a:effectLst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POSTRETIREMENT BENEFITS</a:t>
            </a:r>
            <a:endParaRPr/>
          </a:p>
        </p:txBody>
      </p:sp>
      <p:sp>
        <p:nvSpPr>
          <p:cNvPr id="298" name="Google Shape;298;p33"/>
          <p:cNvSpPr txBox="1"/>
          <p:nvPr>
            <p:ph idx="1" type="body"/>
          </p:nvPr>
        </p:nvSpPr>
        <p:spPr>
          <a:xfrm>
            <a:off x="419100" y="1677988"/>
            <a:ext cx="8115300" cy="304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466725" lvl="0" marL="4667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lang="en-US" sz="3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Postretirement benefits </a:t>
            </a: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are benefits provided by employers to retired employees for:</a:t>
            </a:r>
            <a:endParaRPr/>
          </a:p>
          <a:p>
            <a:pPr indent="-466725" lvl="0" marL="4667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CF0E30"/>
              </a:buClr>
              <a:buSzPts val="3000"/>
              <a:buFont typeface="Times New Roman"/>
              <a:buNone/>
            </a:pPr>
            <a:r>
              <a:rPr b="1" lang="en-US" sz="3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3000">
                <a:solidFill>
                  <a:srgbClr val="006B61"/>
                </a:solidFill>
              </a:rPr>
              <a:t>1</a:t>
            </a:r>
            <a:r>
              <a:rPr b="1" lang="en-US" sz="3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Health care and life insurance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6725" lvl="0" marL="4667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CF0E30"/>
              </a:buClr>
              <a:buSzPts val="3000"/>
              <a:buFont typeface="Times New Roman"/>
              <a:buNone/>
            </a:pPr>
            <a:r>
              <a:rPr b="1" lang="en-US" sz="3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3000">
                <a:solidFill>
                  <a:srgbClr val="006B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3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Pensions</a:t>
            </a:r>
            <a:endParaRPr/>
          </a:p>
          <a:p>
            <a:pPr indent="-466725" lvl="0" marL="466725" rtl="0" algn="l">
              <a:lnSpc>
                <a:spcPct val="9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Both types of postretirement benefits are accounted for on the </a:t>
            </a:r>
            <a:r>
              <a:rPr b="1" lang="en-US" sz="30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accrual basis</a:t>
            </a:r>
            <a:r>
              <a:rPr b="1" lang="en-US" sz="3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299" name="Google Shape;2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9025" y="4357688"/>
            <a:ext cx="2973388" cy="2481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/>
          <p:nvPr/>
        </p:nvSpPr>
        <p:spPr>
          <a:xfrm>
            <a:off x="652463" y="6286500"/>
            <a:ext cx="196056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4"/>
          <p:cNvSpPr/>
          <p:nvPr/>
        </p:nvSpPr>
        <p:spPr>
          <a:xfrm>
            <a:off x="3121025" y="6286500"/>
            <a:ext cx="290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4"/>
          <p:cNvSpPr txBox="1"/>
          <p:nvPr>
            <p:ph type="title"/>
          </p:nvPr>
        </p:nvSpPr>
        <p:spPr>
          <a:xfrm>
            <a:off x="650875" y="320675"/>
            <a:ext cx="7918450" cy="91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25" lIns="91575" spcFirstLastPara="1" rIns="91575" wrap="square" tIns="45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PENSION PLANS </a:t>
            </a:r>
            <a:endParaRPr/>
          </a:p>
        </p:txBody>
      </p:sp>
      <p:sp>
        <p:nvSpPr>
          <p:cNvPr id="312" name="Google Shape;312;p34"/>
          <p:cNvSpPr txBox="1"/>
          <p:nvPr>
            <p:ph idx="1" type="body"/>
          </p:nvPr>
        </p:nvSpPr>
        <p:spPr>
          <a:xfrm>
            <a:off x="381000" y="1749425"/>
            <a:ext cx="8562975" cy="370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025" lIns="91575" spcFirstLastPara="1" rIns="91575" wrap="square" tIns="45025">
            <a:noAutofit/>
          </a:bodyPr>
          <a:lstStyle/>
          <a:p>
            <a:pPr indent="-466725" lvl="0" marL="4667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pension plan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is an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agreement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whereby an employer provides benefits to employees after they retire. </a:t>
            </a:r>
            <a:endParaRPr/>
          </a:p>
          <a:p>
            <a:pPr indent="-466725" lvl="0" marL="4667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parties are generally involved in a pension plan.</a:t>
            </a:r>
            <a:endParaRPr/>
          </a:p>
          <a:p>
            <a:pPr indent="-466725" lvl="0" marL="4667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F0E3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employer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sponsors the pension plan.</a:t>
            </a:r>
            <a:endParaRPr/>
          </a:p>
          <a:p>
            <a:pPr indent="-466725" lvl="0" marL="4667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F0E3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administrator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receives the contributions 		  	from the employer, invests the pension assets, and  		  	makes the benefit payments.</a:t>
            </a:r>
            <a:endParaRPr b="1" sz="2400">
              <a:solidFill>
                <a:srgbClr val="CF0E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6725" lvl="0" marL="4667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CF0E3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6B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400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retired employees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receive                                       	  	the pension payments.</a:t>
            </a:r>
            <a:endParaRPr/>
          </a:p>
        </p:txBody>
      </p:sp>
      <p:pic>
        <p:nvPicPr>
          <p:cNvPr id="313" name="Google Shape;3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4050" y="4359275"/>
            <a:ext cx="3409950" cy="2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/>
          <p:nvPr/>
        </p:nvSpPr>
        <p:spPr>
          <a:xfrm>
            <a:off x="817563" y="152400"/>
            <a:ext cx="7509000" cy="1227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006B61"/>
            </a:outerShdw>
          </a:effectLst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800"/>
              <a:buFont typeface="Arial Black"/>
              <a:buNone/>
            </a:pPr>
            <a:r>
              <a:rPr b="0" i="0" lang="en-US" sz="3800" u="none" cap="none" strike="noStrike">
                <a:solidFill>
                  <a:srgbClr val="000099"/>
                </a:solidFill>
                <a:latin typeface="Arial Black"/>
                <a:ea typeface="Arial Black"/>
                <a:cs typeface="Arial Black"/>
                <a:sym typeface="Arial Black"/>
              </a:rPr>
              <a:t>PARTIES IN A PENSION PLAN</a:t>
            </a:r>
            <a:endParaRPr/>
          </a:p>
        </p:txBody>
      </p:sp>
      <p:grpSp>
        <p:nvGrpSpPr>
          <p:cNvPr id="320" name="Google Shape;320;p35"/>
          <p:cNvGrpSpPr/>
          <p:nvPr/>
        </p:nvGrpSpPr>
        <p:grpSpPr>
          <a:xfrm>
            <a:off x="871538" y="1628775"/>
            <a:ext cx="2108200" cy="1646238"/>
            <a:chOff x="552" y="1199"/>
            <a:chExt cx="1395" cy="1106"/>
          </a:xfrm>
        </p:grpSpPr>
        <p:grpSp>
          <p:nvGrpSpPr>
            <p:cNvPr id="321" name="Google Shape;321;p35"/>
            <p:cNvGrpSpPr/>
            <p:nvPr/>
          </p:nvGrpSpPr>
          <p:grpSpPr>
            <a:xfrm>
              <a:off x="552" y="1199"/>
              <a:ext cx="1395" cy="1106"/>
              <a:chOff x="552" y="1199"/>
              <a:chExt cx="1395" cy="1106"/>
            </a:xfrm>
          </p:grpSpPr>
          <p:sp>
            <p:nvSpPr>
              <p:cNvPr id="322" name="Google Shape;322;p35"/>
              <p:cNvSpPr/>
              <p:nvPr/>
            </p:nvSpPr>
            <p:spPr>
              <a:xfrm>
                <a:off x="552" y="1199"/>
                <a:ext cx="1395" cy="88"/>
              </a:xfrm>
              <a:custGeom>
                <a:rect b="b" l="l" r="r" t="t"/>
                <a:pathLst>
                  <a:path extrusionOk="0" h="88" w="1395">
                    <a:moveTo>
                      <a:pt x="1394" y="87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7"/>
                    </a:lnTo>
                    <a:lnTo>
                      <a:pt x="1394" y="87"/>
                    </a:lnTo>
                  </a:path>
                </a:pathLst>
              </a:custGeom>
              <a:solidFill>
                <a:srgbClr val="009688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5"/>
              <p:cNvSpPr/>
              <p:nvPr/>
            </p:nvSpPr>
            <p:spPr>
              <a:xfrm>
                <a:off x="552" y="1286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5"/>
              <p:cNvSpPr/>
              <p:nvPr/>
            </p:nvSpPr>
            <p:spPr>
              <a:xfrm>
                <a:off x="726" y="1286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5"/>
              <p:cNvSpPr/>
              <p:nvPr/>
            </p:nvSpPr>
            <p:spPr>
              <a:xfrm>
                <a:off x="900" y="1286"/>
                <a:ext cx="178" cy="138"/>
              </a:xfrm>
              <a:custGeom>
                <a:rect b="b" l="l" r="r" t="t"/>
                <a:pathLst>
                  <a:path extrusionOk="0" h="138" w="178">
                    <a:moveTo>
                      <a:pt x="0" y="0"/>
                    </a:moveTo>
                    <a:lnTo>
                      <a:pt x="0" y="137"/>
                    </a:lnTo>
                    <a:lnTo>
                      <a:pt x="177" y="137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5"/>
              <p:cNvSpPr/>
              <p:nvPr/>
            </p:nvSpPr>
            <p:spPr>
              <a:xfrm>
                <a:off x="1077" y="1286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5"/>
              <p:cNvSpPr/>
              <p:nvPr/>
            </p:nvSpPr>
            <p:spPr>
              <a:xfrm>
                <a:off x="1251" y="1286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5"/>
              <p:cNvSpPr/>
              <p:nvPr/>
            </p:nvSpPr>
            <p:spPr>
              <a:xfrm>
                <a:off x="1425" y="1286"/>
                <a:ext cx="174" cy="138"/>
              </a:xfrm>
              <a:custGeom>
                <a:rect b="b" l="l" r="r" t="t"/>
                <a:pathLst>
                  <a:path extrusionOk="0" h="138" w="174">
                    <a:moveTo>
                      <a:pt x="0" y="0"/>
                    </a:moveTo>
                    <a:lnTo>
                      <a:pt x="0" y="137"/>
                    </a:lnTo>
                    <a:lnTo>
                      <a:pt x="173" y="137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5"/>
              <p:cNvSpPr/>
              <p:nvPr/>
            </p:nvSpPr>
            <p:spPr>
              <a:xfrm>
                <a:off x="1598" y="1286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5"/>
              <p:cNvSpPr/>
              <p:nvPr/>
            </p:nvSpPr>
            <p:spPr>
              <a:xfrm>
                <a:off x="1772" y="1286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5"/>
              <p:cNvSpPr/>
              <p:nvPr/>
            </p:nvSpPr>
            <p:spPr>
              <a:xfrm>
                <a:off x="552" y="1423"/>
                <a:ext cx="1395" cy="87"/>
              </a:xfrm>
              <a:custGeom>
                <a:rect b="b" l="l" r="r" t="t"/>
                <a:pathLst>
                  <a:path extrusionOk="0" h="87" w="1395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5"/>
              <p:cNvSpPr/>
              <p:nvPr/>
            </p:nvSpPr>
            <p:spPr>
              <a:xfrm>
                <a:off x="552" y="1509"/>
                <a:ext cx="175" cy="139"/>
              </a:xfrm>
              <a:custGeom>
                <a:rect b="b" l="l" r="r" t="t"/>
                <a:pathLst>
                  <a:path extrusionOk="0" h="139" w="175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5"/>
              <p:cNvSpPr/>
              <p:nvPr/>
            </p:nvSpPr>
            <p:spPr>
              <a:xfrm>
                <a:off x="726" y="1509"/>
                <a:ext cx="175" cy="135"/>
              </a:xfrm>
              <a:custGeom>
                <a:rect b="b" l="l" r="r" t="t"/>
                <a:pathLst>
                  <a:path extrusionOk="0" h="135" w="17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5"/>
              <p:cNvSpPr/>
              <p:nvPr/>
            </p:nvSpPr>
            <p:spPr>
              <a:xfrm>
                <a:off x="900" y="1509"/>
                <a:ext cx="178" cy="135"/>
              </a:xfrm>
              <a:custGeom>
                <a:rect b="b" l="l" r="r" t="t"/>
                <a:pathLst>
                  <a:path extrusionOk="0" h="135" w="178">
                    <a:moveTo>
                      <a:pt x="0" y="0"/>
                    </a:moveTo>
                    <a:lnTo>
                      <a:pt x="0" y="134"/>
                    </a:lnTo>
                    <a:lnTo>
                      <a:pt x="177" y="134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5"/>
              <p:cNvSpPr/>
              <p:nvPr/>
            </p:nvSpPr>
            <p:spPr>
              <a:xfrm>
                <a:off x="1077" y="1509"/>
                <a:ext cx="175" cy="135"/>
              </a:xfrm>
              <a:custGeom>
                <a:rect b="b" l="l" r="r" t="t"/>
                <a:pathLst>
                  <a:path extrusionOk="0" h="135" w="17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5"/>
              <p:cNvSpPr/>
              <p:nvPr/>
            </p:nvSpPr>
            <p:spPr>
              <a:xfrm>
                <a:off x="1251" y="1509"/>
                <a:ext cx="175" cy="135"/>
              </a:xfrm>
              <a:custGeom>
                <a:rect b="b" l="l" r="r" t="t"/>
                <a:pathLst>
                  <a:path extrusionOk="0" h="135" w="17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5"/>
              <p:cNvSpPr/>
              <p:nvPr/>
            </p:nvSpPr>
            <p:spPr>
              <a:xfrm>
                <a:off x="1425" y="1509"/>
                <a:ext cx="174" cy="135"/>
              </a:xfrm>
              <a:custGeom>
                <a:rect b="b" l="l" r="r" t="t"/>
                <a:pathLst>
                  <a:path extrusionOk="0" h="135" w="174">
                    <a:moveTo>
                      <a:pt x="0" y="0"/>
                    </a:moveTo>
                    <a:lnTo>
                      <a:pt x="0" y="134"/>
                    </a:lnTo>
                    <a:lnTo>
                      <a:pt x="173" y="134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5"/>
              <p:cNvSpPr/>
              <p:nvPr/>
            </p:nvSpPr>
            <p:spPr>
              <a:xfrm>
                <a:off x="1598" y="1509"/>
                <a:ext cx="175" cy="135"/>
              </a:xfrm>
              <a:custGeom>
                <a:rect b="b" l="l" r="r" t="t"/>
                <a:pathLst>
                  <a:path extrusionOk="0" h="135" w="17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5"/>
              <p:cNvSpPr/>
              <p:nvPr/>
            </p:nvSpPr>
            <p:spPr>
              <a:xfrm>
                <a:off x="1772" y="1509"/>
                <a:ext cx="175" cy="135"/>
              </a:xfrm>
              <a:custGeom>
                <a:rect b="b" l="l" r="r" t="t"/>
                <a:pathLst>
                  <a:path extrusionOk="0" h="135" w="175">
                    <a:moveTo>
                      <a:pt x="0" y="0"/>
                    </a:moveTo>
                    <a:lnTo>
                      <a:pt x="0" y="134"/>
                    </a:lnTo>
                    <a:lnTo>
                      <a:pt x="174" y="134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5"/>
              <p:cNvSpPr/>
              <p:nvPr/>
            </p:nvSpPr>
            <p:spPr>
              <a:xfrm>
                <a:off x="552" y="1643"/>
                <a:ext cx="1395" cy="87"/>
              </a:xfrm>
              <a:custGeom>
                <a:rect b="b" l="l" r="r" t="t"/>
                <a:pathLst>
                  <a:path extrusionOk="0" h="87" w="1395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5"/>
              <p:cNvSpPr/>
              <p:nvPr/>
            </p:nvSpPr>
            <p:spPr>
              <a:xfrm>
                <a:off x="552" y="1729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5"/>
              <p:cNvSpPr/>
              <p:nvPr/>
            </p:nvSpPr>
            <p:spPr>
              <a:xfrm>
                <a:off x="726" y="1729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5"/>
              <p:cNvSpPr/>
              <p:nvPr/>
            </p:nvSpPr>
            <p:spPr>
              <a:xfrm>
                <a:off x="900" y="1729"/>
                <a:ext cx="178" cy="138"/>
              </a:xfrm>
              <a:custGeom>
                <a:rect b="b" l="l" r="r" t="t"/>
                <a:pathLst>
                  <a:path extrusionOk="0" h="138" w="178">
                    <a:moveTo>
                      <a:pt x="0" y="0"/>
                    </a:moveTo>
                    <a:lnTo>
                      <a:pt x="0" y="137"/>
                    </a:lnTo>
                    <a:lnTo>
                      <a:pt x="177" y="137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5"/>
              <p:cNvSpPr/>
              <p:nvPr/>
            </p:nvSpPr>
            <p:spPr>
              <a:xfrm>
                <a:off x="1077" y="1729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5"/>
              <p:cNvSpPr/>
              <p:nvPr/>
            </p:nvSpPr>
            <p:spPr>
              <a:xfrm>
                <a:off x="1251" y="1729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35"/>
              <p:cNvSpPr/>
              <p:nvPr/>
            </p:nvSpPr>
            <p:spPr>
              <a:xfrm>
                <a:off x="1425" y="1729"/>
                <a:ext cx="174" cy="138"/>
              </a:xfrm>
              <a:custGeom>
                <a:rect b="b" l="l" r="r" t="t"/>
                <a:pathLst>
                  <a:path extrusionOk="0" h="138" w="174">
                    <a:moveTo>
                      <a:pt x="0" y="0"/>
                    </a:moveTo>
                    <a:lnTo>
                      <a:pt x="0" y="137"/>
                    </a:lnTo>
                    <a:lnTo>
                      <a:pt x="173" y="137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5"/>
              <p:cNvSpPr/>
              <p:nvPr/>
            </p:nvSpPr>
            <p:spPr>
              <a:xfrm>
                <a:off x="1598" y="1729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5"/>
              <p:cNvSpPr/>
              <p:nvPr/>
            </p:nvSpPr>
            <p:spPr>
              <a:xfrm>
                <a:off x="1772" y="1729"/>
                <a:ext cx="175" cy="138"/>
              </a:xfrm>
              <a:custGeom>
                <a:rect b="b" l="l" r="r" t="t"/>
                <a:pathLst>
                  <a:path extrusionOk="0" h="138" w="175">
                    <a:moveTo>
                      <a:pt x="0" y="0"/>
                    </a:moveTo>
                    <a:lnTo>
                      <a:pt x="0" y="137"/>
                    </a:lnTo>
                    <a:lnTo>
                      <a:pt x="174" y="137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5"/>
              <p:cNvSpPr/>
              <p:nvPr/>
            </p:nvSpPr>
            <p:spPr>
              <a:xfrm>
                <a:off x="552" y="1866"/>
                <a:ext cx="1395" cy="87"/>
              </a:xfrm>
              <a:custGeom>
                <a:rect b="b" l="l" r="r" t="t"/>
                <a:pathLst>
                  <a:path extrusionOk="0" h="87" w="1395">
                    <a:moveTo>
                      <a:pt x="1394" y="86"/>
                    </a:moveTo>
                    <a:lnTo>
                      <a:pt x="1394" y="0"/>
                    </a:lnTo>
                    <a:lnTo>
                      <a:pt x="0" y="0"/>
                    </a:lnTo>
                    <a:lnTo>
                      <a:pt x="0" y="86"/>
                    </a:lnTo>
                    <a:lnTo>
                      <a:pt x="1394" y="86"/>
                    </a:lnTo>
                  </a:path>
                </a:pathLst>
              </a:custGeom>
              <a:solidFill>
                <a:srgbClr val="009688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35"/>
              <p:cNvSpPr/>
              <p:nvPr/>
            </p:nvSpPr>
            <p:spPr>
              <a:xfrm>
                <a:off x="552" y="1952"/>
                <a:ext cx="175" cy="139"/>
              </a:xfrm>
              <a:custGeom>
                <a:rect b="b" l="l" r="r" t="t"/>
                <a:pathLst>
                  <a:path extrusionOk="0" h="139" w="175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5"/>
              <p:cNvSpPr/>
              <p:nvPr/>
            </p:nvSpPr>
            <p:spPr>
              <a:xfrm>
                <a:off x="726" y="1952"/>
                <a:ext cx="175" cy="139"/>
              </a:xfrm>
              <a:custGeom>
                <a:rect b="b" l="l" r="r" t="t"/>
                <a:pathLst>
                  <a:path extrusionOk="0" h="139" w="175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5"/>
              <p:cNvSpPr/>
              <p:nvPr/>
            </p:nvSpPr>
            <p:spPr>
              <a:xfrm>
                <a:off x="900" y="1952"/>
                <a:ext cx="178" cy="139"/>
              </a:xfrm>
              <a:custGeom>
                <a:rect b="b" l="l" r="r" t="t"/>
                <a:pathLst>
                  <a:path extrusionOk="0" h="139" w="178">
                    <a:moveTo>
                      <a:pt x="0" y="0"/>
                    </a:moveTo>
                    <a:lnTo>
                      <a:pt x="0" y="138"/>
                    </a:lnTo>
                    <a:lnTo>
                      <a:pt x="177" y="138"/>
                    </a:lnTo>
                    <a:lnTo>
                      <a:pt x="17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5"/>
              <p:cNvSpPr/>
              <p:nvPr/>
            </p:nvSpPr>
            <p:spPr>
              <a:xfrm>
                <a:off x="1077" y="1952"/>
                <a:ext cx="175" cy="139"/>
              </a:xfrm>
              <a:custGeom>
                <a:rect b="b" l="l" r="r" t="t"/>
                <a:pathLst>
                  <a:path extrusionOk="0" h="139" w="175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5"/>
              <p:cNvSpPr/>
              <p:nvPr/>
            </p:nvSpPr>
            <p:spPr>
              <a:xfrm>
                <a:off x="1251" y="1952"/>
                <a:ext cx="175" cy="139"/>
              </a:xfrm>
              <a:custGeom>
                <a:rect b="b" l="l" r="r" t="t"/>
                <a:pathLst>
                  <a:path extrusionOk="0" h="139" w="175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5"/>
              <p:cNvSpPr/>
              <p:nvPr/>
            </p:nvSpPr>
            <p:spPr>
              <a:xfrm>
                <a:off x="1425" y="1952"/>
                <a:ext cx="174" cy="139"/>
              </a:xfrm>
              <a:custGeom>
                <a:rect b="b" l="l" r="r" t="t"/>
                <a:pathLst>
                  <a:path extrusionOk="0" h="139" w="174">
                    <a:moveTo>
                      <a:pt x="0" y="0"/>
                    </a:moveTo>
                    <a:lnTo>
                      <a:pt x="0" y="138"/>
                    </a:lnTo>
                    <a:lnTo>
                      <a:pt x="173" y="138"/>
                    </a:lnTo>
                    <a:lnTo>
                      <a:pt x="173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5"/>
              <p:cNvSpPr/>
              <p:nvPr/>
            </p:nvSpPr>
            <p:spPr>
              <a:xfrm>
                <a:off x="1598" y="1952"/>
                <a:ext cx="175" cy="139"/>
              </a:xfrm>
              <a:custGeom>
                <a:rect b="b" l="l" r="r" t="t"/>
                <a:pathLst>
                  <a:path extrusionOk="0" h="139" w="175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5"/>
              <p:cNvSpPr/>
              <p:nvPr/>
            </p:nvSpPr>
            <p:spPr>
              <a:xfrm>
                <a:off x="1772" y="1952"/>
                <a:ext cx="175" cy="139"/>
              </a:xfrm>
              <a:custGeom>
                <a:rect b="b" l="l" r="r" t="t"/>
                <a:pathLst>
                  <a:path extrusionOk="0" h="139" w="175">
                    <a:moveTo>
                      <a:pt x="0" y="0"/>
                    </a:moveTo>
                    <a:lnTo>
                      <a:pt x="0" y="138"/>
                    </a:lnTo>
                    <a:lnTo>
                      <a:pt x="174" y="138"/>
                    </a:lnTo>
                    <a:lnTo>
                      <a:pt x="17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5"/>
              <p:cNvSpPr/>
              <p:nvPr/>
            </p:nvSpPr>
            <p:spPr>
              <a:xfrm>
                <a:off x="649" y="2090"/>
                <a:ext cx="1207" cy="215"/>
              </a:xfrm>
              <a:custGeom>
                <a:rect b="b" l="l" r="r" t="t"/>
                <a:pathLst>
                  <a:path extrusionOk="0" h="215" w="1207">
                    <a:moveTo>
                      <a:pt x="1206" y="0"/>
                    </a:moveTo>
                    <a:lnTo>
                      <a:pt x="1206" y="214"/>
                    </a:lnTo>
                    <a:lnTo>
                      <a:pt x="1105" y="214"/>
                    </a:lnTo>
                    <a:lnTo>
                      <a:pt x="1105" y="36"/>
                    </a:lnTo>
                    <a:lnTo>
                      <a:pt x="97" y="36"/>
                    </a:lnTo>
                    <a:lnTo>
                      <a:pt x="97" y="214"/>
                    </a:lnTo>
                    <a:lnTo>
                      <a:pt x="0" y="214"/>
                    </a:lnTo>
                    <a:lnTo>
                      <a:pt x="0" y="0"/>
                    </a:lnTo>
                    <a:lnTo>
                      <a:pt x="1206" y="0"/>
                    </a:lnTo>
                  </a:path>
                </a:pathLst>
              </a:custGeom>
              <a:solidFill>
                <a:srgbClr val="009688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5"/>
              <p:cNvSpPr/>
              <p:nvPr/>
            </p:nvSpPr>
            <p:spPr>
              <a:xfrm>
                <a:off x="747" y="2125"/>
                <a:ext cx="1009" cy="180"/>
              </a:xfrm>
              <a:custGeom>
                <a:rect b="b" l="l" r="r" t="t"/>
                <a:pathLst>
                  <a:path extrusionOk="0" h="180" w="1009">
                    <a:moveTo>
                      <a:pt x="0" y="179"/>
                    </a:moveTo>
                    <a:lnTo>
                      <a:pt x="0" y="0"/>
                    </a:lnTo>
                    <a:lnTo>
                      <a:pt x="1008" y="0"/>
                    </a:lnTo>
                    <a:lnTo>
                      <a:pt x="1008" y="179"/>
                    </a:lnTo>
                    <a:lnTo>
                      <a:pt x="581" y="179"/>
                    </a:lnTo>
                    <a:lnTo>
                      <a:pt x="581" y="45"/>
                    </a:lnTo>
                    <a:lnTo>
                      <a:pt x="427" y="45"/>
                    </a:lnTo>
                    <a:lnTo>
                      <a:pt x="427" y="179"/>
                    </a:lnTo>
                    <a:lnTo>
                      <a:pt x="0" y="179"/>
                    </a:lnTo>
                  </a:path>
                </a:pathLst>
              </a:custGeom>
              <a:solidFill>
                <a:srgbClr val="80FFFF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5"/>
              <p:cNvSpPr/>
              <p:nvPr/>
            </p:nvSpPr>
            <p:spPr>
              <a:xfrm>
                <a:off x="1174" y="2170"/>
                <a:ext cx="78" cy="135"/>
              </a:xfrm>
              <a:custGeom>
                <a:rect b="b" l="l" r="r" t="t"/>
                <a:pathLst>
                  <a:path extrusionOk="0" h="135" w="78">
                    <a:moveTo>
                      <a:pt x="77" y="0"/>
                    </a:moveTo>
                    <a:lnTo>
                      <a:pt x="0" y="0"/>
                    </a:lnTo>
                    <a:lnTo>
                      <a:pt x="0" y="134"/>
                    </a:lnTo>
                    <a:lnTo>
                      <a:pt x="77" y="134"/>
                    </a:lnTo>
                    <a:lnTo>
                      <a:pt x="77" y="0"/>
                    </a:lnTo>
                  </a:path>
                </a:pathLst>
              </a:custGeom>
              <a:solidFill>
                <a:srgbClr val="A9A562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5"/>
              <p:cNvSpPr/>
              <p:nvPr/>
            </p:nvSpPr>
            <p:spPr>
              <a:xfrm>
                <a:off x="1251" y="2170"/>
                <a:ext cx="78" cy="135"/>
              </a:xfrm>
              <a:custGeom>
                <a:rect b="b" l="l" r="r" t="t"/>
                <a:pathLst>
                  <a:path extrusionOk="0" h="135" w="78">
                    <a:moveTo>
                      <a:pt x="77" y="0"/>
                    </a:moveTo>
                    <a:lnTo>
                      <a:pt x="0" y="0"/>
                    </a:lnTo>
                    <a:lnTo>
                      <a:pt x="0" y="134"/>
                    </a:lnTo>
                    <a:lnTo>
                      <a:pt x="77" y="134"/>
                    </a:lnTo>
                    <a:lnTo>
                      <a:pt x="77" y="0"/>
                    </a:lnTo>
                  </a:path>
                </a:pathLst>
              </a:custGeom>
              <a:solidFill>
                <a:srgbClr val="A9A562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2" name="Google Shape;362;p35"/>
            <p:cNvSpPr/>
            <p:nvPr/>
          </p:nvSpPr>
          <p:spPr>
            <a:xfrm>
              <a:off x="654" y="1206"/>
              <a:ext cx="1194" cy="323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2025" lIns="85575" spcFirstLastPara="1" rIns="85575" wrap="square" tIns="42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b="1" lang="en-US" sz="26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Employer</a:t>
              </a:r>
              <a:endParaRPr/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3373438" y="3262313"/>
            <a:ext cx="2392362" cy="1665287"/>
            <a:chOff x="2231" y="2298"/>
            <a:chExt cx="1583" cy="1119"/>
          </a:xfrm>
        </p:grpSpPr>
        <p:grpSp>
          <p:nvGrpSpPr>
            <p:cNvPr id="364" name="Google Shape;364;p35"/>
            <p:cNvGrpSpPr/>
            <p:nvPr/>
          </p:nvGrpSpPr>
          <p:grpSpPr>
            <a:xfrm>
              <a:off x="2231" y="2298"/>
              <a:ext cx="1583" cy="1119"/>
              <a:chOff x="2231" y="2298"/>
              <a:chExt cx="1583" cy="1119"/>
            </a:xfrm>
          </p:grpSpPr>
          <p:sp>
            <p:nvSpPr>
              <p:cNvPr id="365" name="Google Shape;365;p35"/>
              <p:cNvSpPr/>
              <p:nvPr/>
            </p:nvSpPr>
            <p:spPr>
              <a:xfrm>
                <a:off x="2344" y="2458"/>
                <a:ext cx="1272" cy="943"/>
              </a:xfrm>
              <a:custGeom>
                <a:rect b="b" l="l" r="r" t="t"/>
                <a:pathLst>
                  <a:path extrusionOk="0" h="943" w="1272">
                    <a:moveTo>
                      <a:pt x="1271" y="942"/>
                    </a:moveTo>
                    <a:lnTo>
                      <a:pt x="1271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1271" y="94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5"/>
              <p:cNvSpPr/>
              <p:nvPr/>
            </p:nvSpPr>
            <p:spPr>
              <a:xfrm>
                <a:off x="3613" y="2450"/>
                <a:ext cx="10" cy="951"/>
              </a:xfrm>
              <a:custGeom>
                <a:rect b="b" l="l" r="r" t="t"/>
                <a:pathLst>
                  <a:path extrusionOk="0" h="951" w="10">
                    <a:moveTo>
                      <a:pt x="5" y="17"/>
                    </a:moveTo>
                    <a:lnTo>
                      <a:pt x="0" y="8"/>
                    </a:lnTo>
                    <a:lnTo>
                      <a:pt x="0" y="950"/>
                    </a:lnTo>
                    <a:lnTo>
                      <a:pt x="9" y="950"/>
                    </a:lnTo>
                    <a:lnTo>
                      <a:pt x="9" y="8"/>
                    </a:lnTo>
                    <a:lnTo>
                      <a:pt x="5" y="0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5"/>
              <p:cNvSpPr/>
              <p:nvPr/>
            </p:nvSpPr>
            <p:spPr>
              <a:xfrm>
                <a:off x="2337" y="2450"/>
                <a:ext cx="1279" cy="12"/>
              </a:xfrm>
              <a:custGeom>
                <a:rect b="b" l="l" r="r" t="t"/>
                <a:pathLst>
                  <a:path extrusionOk="0" h="12" w="1279">
                    <a:moveTo>
                      <a:pt x="7" y="5"/>
                    </a:moveTo>
                    <a:lnTo>
                      <a:pt x="7" y="11"/>
                    </a:lnTo>
                    <a:lnTo>
                      <a:pt x="1278" y="11"/>
                    </a:lnTo>
                    <a:lnTo>
                      <a:pt x="1278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5"/>
              <p:cNvSpPr/>
              <p:nvPr/>
            </p:nvSpPr>
            <p:spPr>
              <a:xfrm>
                <a:off x="2337" y="2458"/>
                <a:ext cx="2" cy="951"/>
              </a:xfrm>
              <a:custGeom>
                <a:rect b="b" l="l" r="r" t="t"/>
                <a:pathLst>
                  <a:path extrusionOk="0" h="951" w="2">
                    <a:moveTo>
                      <a:pt x="1" y="933"/>
                    </a:moveTo>
                    <a:lnTo>
                      <a:pt x="1" y="94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1" y="950"/>
                    </a:lnTo>
                    <a:lnTo>
                      <a:pt x="0" y="942"/>
                    </a:lnTo>
                    <a:lnTo>
                      <a:pt x="0" y="950"/>
                    </a:lnTo>
                    <a:lnTo>
                      <a:pt x="1" y="950"/>
                    </a:lnTo>
                    <a:lnTo>
                      <a:pt x="1" y="93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5"/>
              <p:cNvSpPr/>
              <p:nvPr/>
            </p:nvSpPr>
            <p:spPr>
              <a:xfrm>
                <a:off x="2344" y="3397"/>
                <a:ext cx="1279" cy="12"/>
              </a:xfrm>
              <a:custGeom>
                <a:rect b="b" l="l" r="r" t="t"/>
                <a:pathLst>
                  <a:path extrusionOk="0" h="12" w="1279">
                    <a:moveTo>
                      <a:pt x="1263" y="6"/>
                    </a:moveTo>
                    <a:lnTo>
                      <a:pt x="1271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271" y="11"/>
                    </a:lnTo>
                    <a:lnTo>
                      <a:pt x="1278" y="6"/>
                    </a:lnTo>
                    <a:lnTo>
                      <a:pt x="1271" y="11"/>
                    </a:lnTo>
                    <a:lnTo>
                      <a:pt x="1278" y="11"/>
                    </a:lnTo>
                    <a:lnTo>
                      <a:pt x="1278" y="6"/>
                    </a:lnTo>
                    <a:lnTo>
                      <a:pt x="1263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5"/>
              <p:cNvSpPr/>
              <p:nvPr/>
            </p:nvSpPr>
            <p:spPr>
              <a:xfrm>
                <a:off x="2273" y="2306"/>
                <a:ext cx="1421" cy="147"/>
              </a:xfrm>
              <a:custGeom>
                <a:rect b="b" l="l" r="r" t="t"/>
                <a:pathLst>
                  <a:path extrusionOk="0" h="147" w="1421">
                    <a:moveTo>
                      <a:pt x="50" y="0"/>
                    </a:moveTo>
                    <a:lnTo>
                      <a:pt x="0" y="146"/>
                    </a:lnTo>
                    <a:lnTo>
                      <a:pt x="1420" y="146"/>
                    </a:lnTo>
                    <a:lnTo>
                      <a:pt x="1377" y="0"/>
                    </a:lnTo>
                    <a:lnTo>
                      <a:pt x="50" y="0"/>
                    </a:lnTo>
                  </a:path>
                </a:pathLst>
              </a:custGeom>
              <a:solidFill>
                <a:srgbClr val="006B6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5"/>
              <p:cNvSpPr/>
              <p:nvPr/>
            </p:nvSpPr>
            <p:spPr>
              <a:xfrm>
                <a:off x="2266" y="2306"/>
                <a:ext cx="52" cy="156"/>
              </a:xfrm>
              <a:custGeom>
                <a:rect b="b" l="l" r="r" t="t"/>
                <a:pathLst>
                  <a:path extrusionOk="0" h="156" w="52">
                    <a:moveTo>
                      <a:pt x="6" y="139"/>
                    </a:moveTo>
                    <a:lnTo>
                      <a:pt x="13" y="146"/>
                    </a:lnTo>
                    <a:lnTo>
                      <a:pt x="51" y="0"/>
                    </a:lnTo>
                    <a:lnTo>
                      <a:pt x="45" y="0"/>
                    </a:lnTo>
                    <a:lnTo>
                      <a:pt x="6" y="139"/>
                    </a:lnTo>
                    <a:lnTo>
                      <a:pt x="6" y="155"/>
                    </a:lnTo>
                    <a:lnTo>
                      <a:pt x="6" y="139"/>
                    </a:lnTo>
                    <a:lnTo>
                      <a:pt x="0" y="146"/>
                    </a:lnTo>
                    <a:lnTo>
                      <a:pt x="6" y="155"/>
                    </a:lnTo>
                    <a:lnTo>
                      <a:pt x="6" y="13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5"/>
              <p:cNvSpPr/>
              <p:nvPr/>
            </p:nvSpPr>
            <p:spPr>
              <a:xfrm>
                <a:off x="2273" y="2450"/>
                <a:ext cx="1428" cy="12"/>
              </a:xfrm>
              <a:custGeom>
                <a:rect b="b" l="l" r="r" t="t"/>
                <a:pathLst>
                  <a:path extrusionOk="0" h="12" w="1428">
                    <a:moveTo>
                      <a:pt x="1412" y="5"/>
                    </a:moveTo>
                    <a:lnTo>
                      <a:pt x="1420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420" y="11"/>
                    </a:lnTo>
                    <a:lnTo>
                      <a:pt x="1427" y="0"/>
                    </a:lnTo>
                    <a:lnTo>
                      <a:pt x="1420" y="11"/>
                    </a:lnTo>
                    <a:lnTo>
                      <a:pt x="1427" y="5"/>
                    </a:lnTo>
                    <a:lnTo>
                      <a:pt x="1427" y="0"/>
                    </a:lnTo>
                    <a:lnTo>
                      <a:pt x="1412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5"/>
              <p:cNvSpPr/>
              <p:nvPr/>
            </p:nvSpPr>
            <p:spPr>
              <a:xfrm>
                <a:off x="3649" y="2298"/>
                <a:ext cx="52" cy="155"/>
              </a:xfrm>
              <a:custGeom>
                <a:rect b="b" l="l" r="r" t="t"/>
                <a:pathLst>
                  <a:path extrusionOk="0" h="155" w="52">
                    <a:moveTo>
                      <a:pt x="6" y="15"/>
                    </a:moveTo>
                    <a:lnTo>
                      <a:pt x="0" y="8"/>
                    </a:lnTo>
                    <a:lnTo>
                      <a:pt x="38" y="154"/>
                    </a:lnTo>
                    <a:lnTo>
                      <a:pt x="51" y="146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8"/>
                    </a:lnTo>
                    <a:lnTo>
                      <a:pt x="6" y="0"/>
                    </a:lnTo>
                    <a:lnTo>
                      <a:pt x="6" y="1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5"/>
              <p:cNvSpPr/>
              <p:nvPr/>
            </p:nvSpPr>
            <p:spPr>
              <a:xfrm>
                <a:off x="2316" y="2298"/>
                <a:ext cx="1335" cy="11"/>
              </a:xfrm>
              <a:custGeom>
                <a:rect b="b" l="l" r="r" t="t"/>
                <a:pathLst>
                  <a:path extrusionOk="0" h="11" w="1335">
                    <a:moveTo>
                      <a:pt x="7" y="5"/>
                    </a:moveTo>
                    <a:lnTo>
                      <a:pt x="7" y="10"/>
                    </a:lnTo>
                    <a:lnTo>
                      <a:pt x="1334" y="10"/>
                    </a:lnTo>
                    <a:lnTo>
                      <a:pt x="133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5"/>
              <p:cNvSpPr/>
              <p:nvPr/>
            </p:nvSpPr>
            <p:spPr>
              <a:xfrm>
                <a:off x="2826" y="3093"/>
                <a:ext cx="123" cy="308"/>
              </a:xfrm>
              <a:custGeom>
                <a:rect b="b" l="l" r="r" t="t"/>
                <a:pathLst>
                  <a:path extrusionOk="0" h="308" w="123">
                    <a:moveTo>
                      <a:pt x="0" y="0"/>
                    </a:moveTo>
                    <a:lnTo>
                      <a:pt x="0" y="307"/>
                    </a:lnTo>
                    <a:lnTo>
                      <a:pt x="122" y="307"/>
                    </a:lnTo>
                    <a:lnTo>
                      <a:pt x="122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A9A56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5"/>
              <p:cNvSpPr/>
              <p:nvPr/>
            </p:nvSpPr>
            <p:spPr>
              <a:xfrm>
                <a:off x="2819" y="3093"/>
                <a:ext cx="10" cy="316"/>
              </a:xfrm>
              <a:custGeom>
                <a:rect b="b" l="l" r="r" t="t"/>
                <a:pathLst>
                  <a:path extrusionOk="0" h="316" w="10">
                    <a:moveTo>
                      <a:pt x="4" y="298"/>
                    </a:moveTo>
                    <a:lnTo>
                      <a:pt x="9" y="307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307"/>
                    </a:lnTo>
                    <a:lnTo>
                      <a:pt x="4" y="315"/>
                    </a:lnTo>
                    <a:lnTo>
                      <a:pt x="0" y="307"/>
                    </a:lnTo>
                    <a:lnTo>
                      <a:pt x="0" y="315"/>
                    </a:lnTo>
                    <a:lnTo>
                      <a:pt x="4" y="315"/>
                    </a:lnTo>
                    <a:lnTo>
                      <a:pt x="4" y="2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5"/>
              <p:cNvSpPr/>
              <p:nvPr/>
            </p:nvSpPr>
            <p:spPr>
              <a:xfrm>
                <a:off x="2826" y="3397"/>
                <a:ext cx="130" cy="12"/>
              </a:xfrm>
              <a:custGeom>
                <a:rect b="b" l="l" r="r" t="t"/>
                <a:pathLst>
                  <a:path extrusionOk="0" h="12" w="130">
                    <a:moveTo>
                      <a:pt x="116" y="6"/>
                    </a:moveTo>
                    <a:lnTo>
                      <a:pt x="122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22" y="11"/>
                    </a:lnTo>
                    <a:lnTo>
                      <a:pt x="129" y="6"/>
                    </a:lnTo>
                    <a:lnTo>
                      <a:pt x="122" y="11"/>
                    </a:lnTo>
                    <a:lnTo>
                      <a:pt x="129" y="11"/>
                    </a:lnTo>
                    <a:lnTo>
                      <a:pt x="129" y="6"/>
                    </a:lnTo>
                    <a:lnTo>
                      <a:pt x="116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5"/>
              <p:cNvSpPr/>
              <p:nvPr/>
            </p:nvSpPr>
            <p:spPr>
              <a:xfrm>
                <a:off x="2947" y="3084"/>
                <a:ext cx="9" cy="317"/>
              </a:xfrm>
              <a:custGeom>
                <a:rect b="b" l="l" r="r" t="t"/>
                <a:pathLst>
                  <a:path extrusionOk="0" h="317" w="9">
                    <a:moveTo>
                      <a:pt x="4" y="17"/>
                    </a:moveTo>
                    <a:lnTo>
                      <a:pt x="0" y="9"/>
                    </a:lnTo>
                    <a:lnTo>
                      <a:pt x="0" y="316"/>
                    </a:lnTo>
                    <a:lnTo>
                      <a:pt x="8" y="316"/>
                    </a:lnTo>
                    <a:lnTo>
                      <a:pt x="8" y="9"/>
                    </a:lnTo>
                    <a:lnTo>
                      <a:pt x="4" y="0"/>
                    </a:lnTo>
                    <a:lnTo>
                      <a:pt x="8" y="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5"/>
              <p:cNvSpPr/>
              <p:nvPr/>
            </p:nvSpPr>
            <p:spPr>
              <a:xfrm>
                <a:off x="2819" y="3084"/>
                <a:ext cx="130" cy="12"/>
              </a:xfrm>
              <a:custGeom>
                <a:rect b="b" l="l" r="r" t="t"/>
                <a:pathLst>
                  <a:path extrusionOk="0" h="12" w="130">
                    <a:moveTo>
                      <a:pt x="14" y="6"/>
                    </a:moveTo>
                    <a:lnTo>
                      <a:pt x="7" y="11"/>
                    </a:lnTo>
                    <a:lnTo>
                      <a:pt x="129" y="11"/>
                    </a:lnTo>
                    <a:lnTo>
                      <a:pt x="129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5"/>
              <p:cNvSpPr/>
              <p:nvPr/>
            </p:nvSpPr>
            <p:spPr>
              <a:xfrm>
                <a:off x="3011" y="3093"/>
                <a:ext cx="115" cy="308"/>
              </a:xfrm>
              <a:custGeom>
                <a:rect b="b" l="l" r="r" t="t"/>
                <a:pathLst>
                  <a:path extrusionOk="0" h="308" w="115">
                    <a:moveTo>
                      <a:pt x="0" y="0"/>
                    </a:moveTo>
                    <a:lnTo>
                      <a:pt x="0" y="307"/>
                    </a:lnTo>
                    <a:lnTo>
                      <a:pt x="114" y="307"/>
                    </a:lnTo>
                    <a:lnTo>
                      <a:pt x="11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A9A56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5"/>
              <p:cNvSpPr/>
              <p:nvPr/>
            </p:nvSpPr>
            <p:spPr>
              <a:xfrm>
                <a:off x="3004" y="3093"/>
                <a:ext cx="9" cy="316"/>
              </a:xfrm>
              <a:custGeom>
                <a:rect b="b" l="l" r="r" t="t"/>
                <a:pathLst>
                  <a:path extrusionOk="0" h="316" w="9">
                    <a:moveTo>
                      <a:pt x="4" y="298"/>
                    </a:moveTo>
                    <a:lnTo>
                      <a:pt x="8" y="307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307"/>
                    </a:lnTo>
                    <a:lnTo>
                      <a:pt x="4" y="315"/>
                    </a:lnTo>
                    <a:lnTo>
                      <a:pt x="0" y="307"/>
                    </a:lnTo>
                    <a:lnTo>
                      <a:pt x="0" y="315"/>
                    </a:lnTo>
                    <a:lnTo>
                      <a:pt x="4" y="315"/>
                    </a:lnTo>
                    <a:lnTo>
                      <a:pt x="4" y="29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5"/>
              <p:cNvSpPr/>
              <p:nvPr/>
            </p:nvSpPr>
            <p:spPr>
              <a:xfrm>
                <a:off x="3011" y="3397"/>
                <a:ext cx="122" cy="12"/>
              </a:xfrm>
              <a:custGeom>
                <a:rect b="b" l="l" r="r" t="t"/>
                <a:pathLst>
                  <a:path extrusionOk="0" h="12" w="122">
                    <a:moveTo>
                      <a:pt x="114" y="6"/>
                    </a:moveTo>
                    <a:lnTo>
                      <a:pt x="114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114" y="11"/>
                    </a:lnTo>
                    <a:lnTo>
                      <a:pt x="121" y="6"/>
                    </a:lnTo>
                    <a:lnTo>
                      <a:pt x="114" y="11"/>
                    </a:lnTo>
                    <a:lnTo>
                      <a:pt x="121" y="11"/>
                    </a:lnTo>
                    <a:lnTo>
                      <a:pt x="121" y="6"/>
                    </a:lnTo>
                    <a:lnTo>
                      <a:pt x="1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5"/>
              <p:cNvSpPr/>
              <p:nvPr/>
            </p:nvSpPr>
            <p:spPr>
              <a:xfrm>
                <a:off x="3131" y="3084"/>
                <a:ext cx="2" cy="317"/>
              </a:xfrm>
              <a:custGeom>
                <a:rect b="b" l="l" r="r" t="t"/>
                <a:pathLst>
                  <a:path extrusionOk="0" h="317" w="2">
                    <a:moveTo>
                      <a:pt x="0" y="17"/>
                    </a:moveTo>
                    <a:lnTo>
                      <a:pt x="0" y="9"/>
                    </a:lnTo>
                    <a:lnTo>
                      <a:pt x="0" y="316"/>
                    </a:lnTo>
                    <a:lnTo>
                      <a:pt x="1" y="316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5"/>
              <p:cNvSpPr/>
              <p:nvPr/>
            </p:nvSpPr>
            <p:spPr>
              <a:xfrm>
                <a:off x="3004" y="3084"/>
                <a:ext cx="122" cy="12"/>
              </a:xfrm>
              <a:custGeom>
                <a:rect b="b" l="l" r="r" t="t"/>
                <a:pathLst>
                  <a:path extrusionOk="0" h="12" w="122">
                    <a:moveTo>
                      <a:pt x="13" y="6"/>
                    </a:moveTo>
                    <a:lnTo>
                      <a:pt x="7" y="11"/>
                    </a:lnTo>
                    <a:lnTo>
                      <a:pt x="121" y="11"/>
                    </a:lnTo>
                    <a:lnTo>
                      <a:pt x="121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3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35"/>
              <p:cNvSpPr/>
              <p:nvPr/>
            </p:nvSpPr>
            <p:spPr>
              <a:xfrm>
                <a:off x="2415" y="2551"/>
                <a:ext cx="165" cy="173"/>
              </a:xfrm>
              <a:custGeom>
                <a:rect b="b" l="l" r="r" t="t"/>
                <a:pathLst>
                  <a:path extrusionOk="0" h="173" w="165">
                    <a:moveTo>
                      <a:pt x="164" y="172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4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35"/>
              <p:cNvSpPr/>
              <p:nvPr/>
            </p:nvSpPr>
            <p:spPr>
              <a:xfrm>
                <a:off x="2578" y="2543"/>
                <a:ext cx="2" cy="181"/>
              </a:xfrm>
              <a:custGeom>
                <a:rect b="b" l="l" r="r" t="t"/>
                <a:pathLst>
                  <a:path extrusionOk="0" h="181" w="2">
                    <a:moveTo>
                      <a:pt x="1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1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5"/>
              <p:cNvSpPr/>
              <p:nvPr/>
            </p:nvSpPr>
            <p:spPr>
              <a:xfrm>
                <a:off x="2408" y="2543"/>
                <a:ext cx="172" cy="12"/>
              </a:xfrm>
              <a:custGeom>
                <a:rect b="b" l="l" r="r" t="t"/>
                <a:pathLst>
                  <a:path extrusionOk="0" h="12" w="172">
                    <a:moveTo>
                      <a:pt x="7" y="5"/>
                    </a:moveTo>
                    <a:lnTo>
                      <a:pt x="7" y="11"/>
                    </a:lnTo>
                    <a:lnTo>
                      <a:pt x="171" y="11"/>
                    </a:lnTo>
                    <a:lnTo>
                      <a:pt x="171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5"/>
              <p:cNvSpPr/>
              <p:nvPr/>
            </p:nvSpPr>
            <p:spPr>
              <a:xfrm>
                <a:off x="2408" y="2551"/>
                <a:ext cx="2" cy="173"/>
              </a:xfrm>
              <a:custGeom>
                <a:rect b="b" l="l" r="r" t="t"/>
                <a:pathLst>
                  <a:path extrusionOk="0" h="173" w="2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5"/>
              <p:cNvSpPr/>
              <p:nvPr/>
            </p:nvSpPr>
            <p:spPr>
              <a:xfrm>
                <a:off x="2415" y="2720"/>
                <a:ext cx="165" cy="4"/>
              </a:xfrm>
              <a:custGeom>
                <a:rect b="b" l="l" r="r" t="t"/>
                <a:pathLst>
                  <a:path extrusionOk="0" h="4" w="165">
                    <a:moveTo>
                      <a:pt x="157" y="3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35"/>
              <p:cNvSpPr/>
              <p:nvPr/>
            </p:nvSpPr>
            <p:spPr>
              <a:xfrm>
                <a:off x="2656" y="2551"/>
                <a:ext cx="158" cy="173"/>
              </a:xfrm>
              <a:custGeom>
                <a:rect b="b" l="l" r="r" t="t"/>
                <a:pathLst>
                  <a:path extrusionOk="0" h="173" w="158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35"/>
              <p:cNvSpPr/>
              <p:nvPr/>
            </p:nvSpPr>
            <p:spPr>
              <a:xfrm>
                <a:off x="2819" y="2543"/>
                <a:ext cx="2" cy="181"/>
              </a:xfrm>
              <a:custGeom>
                <a:rect b="b" l="l" r="r" t="t"/>
                <a:pathLst>
                  <a:path extrusionOk="0" h="181" w="2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35"/>
              <p:cNvSpPr/>
              <p:nvPr/>
            </p:nvSpPr>
            <p:spPr>
              <a:xfrm>
                <a:off x="2649" y="2543"/>
                <a:ext cx="165" cy="12"/>
              </a:xfrm>
              <a:custGeom>
                <a:rect b="b" l="l" r="r" t="t"/>
                <a:pathLst>
                  <a:path extrusionOk="0" h="12" w="165">
                    <a:moveTo>
                      <a:pt x="7" y="5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35"/>
              <p:cNvSpPr/>
              <p:nvPr/>
            </p:nvSpPr>
            <p:spPr>
              <a:xfrm>
                <a:off x="2649" y="2551"/>
                <a:ext cx="2" cy="173"/>
              </a:xfrm>
              <a:custGeom>
                <a:rect b="b" l="l" r="r" t="t"/>
                <a:pathLst>
                  <a:path extrusionOk="0" h="173" w="2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35"/>
              <p:cNvSpPr/>
              <p:nvPr/>
            </p:nvSpPr>
            <p:spPr>
              <a:xfrm>
                <a:off x="2656" y="2720"/>
                <a:ext cx="165" cy="4"/>
              </a:xfrm>
              <a:custGeom>
                <a:rect b="b" l="l" r="r" t="t"/>
                <a:pathLst>
                  <a:path extrusionOk="0" h="4" w="165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35"/>
              <p:cNvSpPr/>
              <p:nvPr/>
            </p:nvSpPr>
            <p:spPr>
              <a:xfrm>
                <a:off x="2897" y="2551"/>
                <a:ext cx="158" cy="173"/>
              </a:xfrm>
              <a:custGeom>
                <a:rect b="b" l="l" r="r" t="t"/>
                <a:pathLst>
                  <a:path extrusionOk="0" h="173" w="158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5"/>
              <p:cNvSpPr/>
              <p:nvPr/>
            </p:nvSpPr>
            <p:spPr>
              <a:xfrm>
                <a:off x="3060" y="2543"/>
                <a:ext cx="3" cy="181"/>
              </a:xfrm>
              <a:custGeom>
                <a:rect b="b" l="l" r="r" t="t"/>
                <a:pathLst>
                  <a:path extrusionOk="0" h="181" w="3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2" y="180"/>
                    </a:lnTo>
                    <a:lnTo>
                      <a:pt x="2" y="8"/>
                    </a:lnTo>
                    <a:lnTo>
                      <a:pt x="0" y="0"/>
                    </a:lnTo>
                    <a:lnTo>
                      <a:pt x="2" y="8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5"/>
              <p:cNvSpPr/>
              <p:nvPr/>
            </p:nvSpPr>
            <p:spPr>
              <a:xfrm>
                <a:off x="2890" y="2543"/>
                <a:ext cx="165" cy="12"/>
              </a:xfrm>
              <a:custGeom>
                <a:rect b="b" l="l" r="r" t="t"/>
                <a:pathLst>
                  <a:path extrusionOk="0" h="12" w="165">
                    <a:moveTo>
                      <a:pt x="7" y="5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5"/>
              <p:cNvSpPr/>
              <p:nvPr/>
            </p:nvSpPr>
            <p:spPr>
              <a:xfrm>
                <a:off x="2890" y="2551"/>
                <a:ext cx="2" cy="173"/>
              </a:xfrm>
              <a:custGeom>
                <a:rect b="b" l="l" r="r" t="t"/>
                <a:pathLst>
                  <a:path extrusionOk="0" h="173" w="2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35"/>
              <p:cNvSpPr/>
              <p:nvPr/>
            </p:nvSpPr>
            <p:spPr>
              <a:xfrm>
                <a:off x="2897" y="2720"/>
                <a:ext cx="166" cy="4"/>
              </a:xfrm>
              <a:custGeom>
                <a:rect b="b" l="l" r="r" t="t"/>
                <a:pathLst>
                  <a:path extrusionOk="0" h="4" w="166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5"/>
              <p:cNvSpPr/>
              <p:nvPr/>
            </p:nvSpPr>
            <p:spPr>
              <a:xfrm>
                <a:off x="3131" y="2551"/>
                <a:ext cx="166" cy="173"/>
              </a:xfrm>
              <a:custGeom>
                <a:rect b="b" l="l" r="r" t="t"/>
                <a:pathLst>
                  <a:path extrusionOk="0" h="173" w="166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5"/>
              <p:cNvSpPr/>
              <p:nvPr/>
            </p:nvSpPr>
            <p:spPr>
              <a:xfrm>
                <a:off x="3302" y="2543"/>
                <a:ext cx="2" cy="181"/>
              </a:xfrm>
              <a:custGeom>
                <a:rect b="b" l="l" r="r" t="t"/>
                <a:pathLst>
                  <a:path extrusionOk="0" h="181" w="2">
                    <a:moveTo>
                      <a:pt x="0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1" y="180"/>
                    </a:lnTo>
                    <a:lnTo>
                      <a:pt x="1" y="8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5"/>
              <p:cNvSpPr/>
              <p:nvPr/>
            </p:nvSpPr>
            <p:spPr>
              <a:xfrm>
                <a:off x="3131" y="2543"/>
                <a:ext cx="166" cy="12"/>
              </a:xfrm>
              <a:custGeom>
                <a:rect b="b" l="l" r="r" t="t"/>
                <a:pathLst>
                  <a:path extrusionOk="0" h="12" w="166">
                    <a:moveTo>
                      <a:pt x="7" y="5"/>
                    </a:moveTo>
                    <a:lnTo>
                      <a:pt x="0" y="11"/>
                    </a:lnTo>
                    <a:lnTo>
                      <a:pt x="165" y="11"/>
                    </a:lnTo>
                    <a:lnTo>
                      <a:pt x="165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5"/>
              <p:cNvSpPr/>
              <p:nvPr/>
            </p:nvSpPr>
            <p:spPr>
              <a:xfrm>
                <a:off x="3131" y="2551"/>
                <a:ext cx="2" cy="173"/>
              </a:xfrm>
              <a:custGeom>
                <a:rect b="b" l="l" r="r" t="t"/>
                <a:pathLst>
                  <a:path extrusionOk="0" h="173" w="2">
                    <a:moveTo>
                      <a:pt x="0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0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5"/>
              <p:cNvSpPr/>
              <p:nvPr/>
            </p:nvSpPr>
            <p:spPr>
              <a:xfrm>
                <a:off x="3131" y="2720"/>
                <a:ext cx="173" cy="4"/>
              </a:xfrm>
              <a:custGeom>
                <a:rect b="b" l="l" r="r" t="t"/>
                <a:pathLst>
                  <a:path extrusionOk="0" h="4" w="173">
                    <a:moveTo>
                      <a:pt x="165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35"/>
              <p:cNvSpPr/>
              <p:nvPr/>
            </p:nvSpPr>
            <p:spPr>
              <a:xfrm>
                <a:off x="3372" y="2551"/>
                <a:ext cx="166" cy="173"/>
              </a:xfrm>
              <a:custGeom>
                <a:rect b="b" l="l" r="r" t="t"/>
                <a:pathLst>
                  <a:path extrusionOk="0" h="173" w="166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5"/>
              <p:cNvSpPr/>
              <p:nvPr/>
            </p:nvSpPr>
            <p:spPr>
              <a:xfrm>
                <a:off x="3535" y="2543"/>
                <a:ext cx="10" cy="181"/>
              </a:xfrm>
              <a:custGeom>
                <a:rect b="b" l="l" r="r" t="t"/>
                <a:pathLst>
                  <a:path extrusionOk="0" h="181" w="10">
                    <a:moveTo>
                      <a:pt x="5" y="16"/>
                    </a:moveTo>
                    <a:lnTo>
                      <a:pt x="0" y="8"/>
                    </a:lnTo>
                    <a:lnTo>
                      <a:pt x="0" y="180"/>
                    </a:lnTo>
                    <a:lnTo>
                      <a:pt x="9" y="180"/>
                    </a:lnTo>
                    <a:lnTo>
                      <a:pt x="9" y="8"/>
                    </a:lnTo>
                    <a:lnTo>
                      <a:pt x="5" y="0"/>
                    </a:lnTo>
                    <a:lnTo>
                      <a:pt x="9" y="8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5"/>
              <p:cNvSpPr/>
              <p:nvPr/>
            </p:nvSpPr>
            <p:spPr>
              <a:xfrm>
                <a:off x="3365" y="2543"/>
                <a:ext cx="173" cy="12"/>
              </a:xfrm>
              <a:custGeom>
                <a:rect b="b" l="l" r="r" t="t"/>
                <a:pathLst>
                  <a:path extrusionOk="0" h="12" w="173">
                    <a:moveTo>
                      <a:pt x="14" y="5"/>
                    </a:moveTo>
                    <a:lnTo>
                      <a:pt x="7" y="11"/>
                    </a:lnTo>
                    <a:lnTo>
                      <a:pt x="172" y="11"/>
                    </a:lnTo>
                    <a:lnTo>
                      <a:pt x="172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35"/>
              <p:cNvSpPr/>
              <p:nvPr/>
            </p:nvSpPr>
            <p:spPr>
              <a:xfrm>
                <a:off x="3365" y="2551"/>
                <a:ext cx="10" cy="173"/>
              </a:xfrm>
              <a:custGeom>
                <a:rect b="b" l="l" r="r" t="t"/>
                <a:pathLst>
                  <a:path extrusionOk="0" h="173" w="10">
                    <a:moveTo>
                      <a:pt x="4" y="163"/>
                    </a:moveTo>
                    <a:lnTo>
                      <a:pt x="9" y="172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35"/>
              <p:cNvSpPr/>
              <p:nvPr/>
            </p:nvSpPr>
            <p:spPr>
              <a:xfrm>
                <a:off x="3372" y="2720"/>
                <a:ext cx="173" cy="4"/>
              </a:xfrm>
              <a:custGeom>
                <a:rect b="b" l="l" r="r" t="t"/>
                <a:pathLst>
                  <a:path extrusionOk="0" h="4" w="173">
                    <a:moveTo>
                      <a:pt x="158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58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35"/>
              <p:cNvSpPr/>
              <p:nvPr/>
            </p:nvSpPr>
            <p:spPr>
              <a:xfrm>
                <a:off x="2415" y="2822"/>
                <a:ext cx="165" cy="173"/>
              </a:xfrm>
              <a:custGeom>
                <a:rect b="b" l="l" r="r" t="t"/>
                <a:pathLst>
                  <a:path extrusionOk="0" h="173" w="165">
                    <a:moveTo>
                      <a:pt x="164" y="172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4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35"/>
              <p:cNvSpPr/>
              <p:nvPr/>
            </p:nvSpPr>
            <p:spPr>
              <a:xfrm>
                <a:off x="2578" y="2813"/>
                <a:ext cx="2" cy="182"/>
              </a:xfrm>
              <a:custGeom>
                <a:rect b="b" l="l" r="r" t="t"/>
                <a:pathLst>
                  <a:path extrusionOk="0" h="182" w="2">
                    <a:moveTo>
                      <a:pt x="1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1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5"/>
              <p:cNvSpPr/>
              <p:nvPr/>
            </p:nvSpPr>
            <p:spPr>
              <a:xfrm>
                <a:off x="2408" y="2813"/>
                <a:ext cx="172" cy="12"/>
              </a:xfrm>
              <a:custGeom>
                <a:rect b="b" l="l" r="r" t="t"/>
                <a:pathLst>
                  <a:path extrusionOk="0" h="12" w="172">
                    <a:moveTo>
                      <a:pt x="7" y="6"/>
                    </a:moveTo>
                    <a:lnTo>
                      <a:pt x="7" y="11"/>
                    </a:lnTo>
                    <a:lnTo>
                      <a:pt x="171" y="11"/>
                    </a:lnTo>
                    <a:lnTo>
                      <a:pt x="171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35"/>
              <p:cNvSpPr/>
              <p:nvPr/>
            </p:nvSpPr>
            <p:spPr>
              <a:xfrm>
                <a:off x="2408" y="2822"/>
                <a:ext cx="2" cy="173"/>
              </a:xfrm>
              <a:custGeom>
                <a:rect b="b" l="l" r="r" t="t"/>
                <a:pathLst>
                  <a:path extrusionOk="0" h="173" w="2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35"/>
              <p:cNvSpPr/>
              <p:nvPr/>
            </p:nvSpPr>
            <p:spPr>
              <a:xfrm>
                <a:off x="2415" y="2991"/>
                <a:ext cx="165" cy="4"/>
              </a:xfrm>
              <a:custGeom>
                <a:rect b="b" l="l" r="r" t="t"/>
                <a:pathLst>
                  <a:path extrusionOk="0" h="4" w="165">
                    <a:moveTo>
                      <a:pt x="157" y="3"/>
                    </a:moveTo>
                    <a:lnTo>
                      <a:pt x="164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5"/>
              <p:cNvSpPr/>
              <p:nvPr/>
            </p:nvSpPr>
            <p:spPr>
              <a:xfrm>
                <a:off x="2656" y="2822"/>
                <a:ext cx="158" cy="173"/>
              </a:xfrm>
              <a:custGeom>
                <a:rect b="b" l="l" r="r" t="t"/>
                <a:pathLst>
                  <a:path extrusionOk="0" h="173" w="158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5"/>
              <p:cNvSpPr/>
              <p:nvPr/>
            </p:nvSpPr>
            <p:spPr>
              <a:xfrm>
                <a:off x="2819" y="2813"/>
                <a:ext cx="2" cy="182"/>
              </a:xfrm>
              <a:custGeom>
                <a:rect b="b" l="l" r="r" t="t"/>
                <a:pathLst>
                  <a:path extrusionOk="0" h="182" w="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35"/>
              <p:cNvSpPr/>
              <p:nvPr/>
            </p:nvSpPr>
            <p:spPr>
              <a:xfrm>
                <a:off x="2649" y="2813"/>
                <a:ext cx="165" cy="12"/>
              </a:xfrm>
              <a:custGeom>
                <a:rect b="b" l="l" r="r" t="t"/>
                <a:pathLst>
                  <a:path extrusionOk="0" h="12" w="165">
                    <a:moveTo>
                      <a:pt x="7" y="6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35"/>
              <p:cNvSpPr/>
              <p:nvPr/>
            </p:nvSpPr>
            <p:spPr>
              <a:xfrm>
                <a:off x="2649" y="2822"/>
                <a:ext cx="2" cy="173"/>
              </a:xfrm>
              <a:custGeom>
                <a:rect b="b" l="l" r="r" t="t"/>
                <a:pathLst>
                  <a:path extrusionOk="0" h="173" w="2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5"/>
              <p:cNvSpPr/>
              <p:nvPr/>
            </p:nvSpPr>
            <p:spPr>
              <a:xfrm>
                <a:off x="2656" y="2991"/>
                <a:ext cx="165" cy="4"/>
              </a:xfrm>
              <a:custGeom>
                <a:rect b="b" l="l" r="r" t="t"/>
                <a:pathLst>
                  <a:path extrusionOk="0" h="4" w="165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  <a:lnTo>
                      <a:pt x="164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5"/>
              <p:cNvSpPr/>
              <p:nvPr/>
            </p:nvSpPr>
            <p:spPr>
              <a:xfrm>
                <a:off x="2897" y="2822"/>
                <a:ext cx="158" cy="173"/>
              </a:xfrm>
              <a:custGeom>
                <a:rect b="b" l="l" r="r" t="t"/>
                <a:pathLst>
                  <a:path extrusionOk="0" h="173" w="158">
                    <a:moveTo>
                      <a:pt x="157" y="172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57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5"/>
              <p:cNvSpPr/>
              <p:nvPr/>
            </p:nvSpPr>
            <p:spPr>
              <a:xfrm>
                <a:off x="3060" y="2813"/>
                <a:ext cx="3" cy="182"/>
              </a:xfrm>
              <a:custGeom>
                <a:rect b="b" l="l" r="r" t="t"/>
                <a:pathLst>
                  <a:path extrusionOk="0" h="182" w="3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2" y="181"/>
                    </a:lnTo>
                    <a:lnTo>
                      <a:pt x="2" y="9"/>
                    </a:lnTo>
                    <a:lnTo>
                      <a:pt x="0" y="0"/>
                    </a:lnTo>
                    <a:lnTo>
                      <a:pt x="2" y="9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5"/>
              <p:cNvSpPr/>
              <p:nvPr/>
            </p:nvSpPr>
            <p:spPr>
              <a:xfrm>
                <a:off x="2890" y="2813"/>
                <a:ext cx="165" cy="12"/>
              </a:xfrm>
              <a:custGeom>
                <a:rect b="b" l="l" r="r" t="t"/>
                <a:pathLst>
                  <a:path extrusionOk="0" h="12" w="165">
                    <a:moveTo>
                      <a:pt x="7" y="6"/>
                    </a:moveTo>
                    <a:lnTo>
                      <a:pt x="7" y="11"/>
                    </a:lnTo>
                    <a:lnTo>
                      <a:pt x="164" y="11"/>
                    </a:lnTo>
                    <a:lnTo>
                      <a:pt x="164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5"/>
              <p:cNvSpPr/>
              <p:nvPr/>
            </p:nvSpPr>
            <p:spPr>
              <a:xfrm>
                <a:off x="2890" y="2822"/>
                <a:ext cx="2" cy="173"/>
              </a:xfrm>
              <a:custGeom>
                <a:rect b="b" l="l" r="r" t="t"/>
                <a:pathLst>
                  <a:path extrusionOk="0" h="173" w="2">
                    <a:moveTo>
                      <a:pt x="1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0" y="172"/>
                    </a:lnTo>
                    <a:lnTo>
                      <a:pt x="1" y="172"/>
                    </a:lnTo>
                    <a:lnTo>
                      <a:pt x="1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5"/>
              <p:cNvSpPr/>
              <p:nvPr/>
            </p:nvSpPr>
            <p:spPr>
              <a:xfrm>
                <a:off x="2897" y="2991"/>
                <a:ext cx="166" cy="4"/>
              </a:xfrm>
              <a:custGeom>
                <a:rect b="b" l="l" r="r" t="t"/>
                <a:pathLst>
                  <a:path extrusionOk="0" h="4" w="166">
                    <a:moveTo>
                      <a:pt x="157" y="3"/>
                    </a:moveTo>
                    <a:lnTo>
                      <a:pt x="157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  <a:lnTo>
                      <a:pt x="165" y="3"/>
                    </a:lnTo>
                    <a:lnTo>
                      <a:pt x="157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5"/>
              <p:cNvSpPr/>
              <p:nvPr/>
            </p:nvSpPr>
            <p:spPr>
              <a:xfrm>
                <a:off x="3131" y="2822"/>
                <a:ext cx="166" cy="173"/>
              </a:xfrm>
              <a:custGeom>
                <a:rect b="b" l="l" r="r" t="t"/>
                <a:pathLst>
                  <a:path extrusionOk="0" h="173" w="166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35"/>
              <p:cNvSpPr/>
              <p:nvPr/>
            </p:nvSpPr>
            <p:spPr>
              <a:xfrm>
                <a:off x="3302" y="2813"/>
                <a:ext cx="2" cy="182"/>
              </a:xfrm>
              <a:custGeom>
                <a:rect b="b" l="l" r="r" t="t"/>
                <a:pathLst>
                  <a:path extrusionOk="0" h="182" w="2">
                    <a:moveTo>
                      <a:pt x="0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1" y="181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1" y="9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5"/>
              <p:cNvSpPr/>
              <p:nvPr/>
            </p:nvSpPr>
            <p:spPr>
              <a:xfrm>
                <a:off x="3131" y="2813"/>
                <a:ext cx="166" cy="12"/>
              </a:xfrm>
              <a:custGeom>
                <a:rect b="b" l="l" r="r" t="t"/>
                <a:pathLst>
                  <a:path extrusionOk="0" h="12" w="166">
                    <a:moveTo>
                      <a:pt x="7" y="6"/>
                    </a:moveTo>
                    <a:lnTo>
                      <a:pt x="0" y="11"/>
                    </a:lnTo>
                    <a:lnTo>
                      <a:pt x="165" y="11"/>
                    </a:lnTo>
                    <a:lnTo>
                      <a:pt x="165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5"/>
              <p:cNvSpPr/>
              <p:nvPr/>
            </p:nvSpPr>
            <p:spPr>
              <a:xfrm>
                <a:off x="3131" y="2822"/>
                <a:ext cx="2" cy="173"/>
              </a:xfrm>
              <a:custGeom>
                <a:rect b="b" l="l" r="r" t="t"/>
                <a:pathLst>
                  <a:path extrusionOk="0" h="173" w="2">
                    <a:moveTo>
                      <a:pt x="0" y="163"/>
                    </a:moveTo>
                    <a:lnTo>
                      <a:pt x="1" y="17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0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5"/>
              <p:cNvSpPr/>
              <p:nvPr/>
            </p:nvSpPr>
            <p:spPr>
              <a:xfrm>
                <a:off x="3131" y="2991"/>
                <a:ext cx="173" cy="4"/>
              </a:xfrm>
              <a:custGeom>
                <a:rect b="b" l="l" r="r" t="t"/>
                <a:pathLst>
                  <a:path extrusionOk="0" h="4" w="173">
                    <a:moveTo>
                      <a:pt x="165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35"/>
              <p:cNvSpPr/>
              <p:nvPr/>
            </p:nvSpPr>
            <p:spPr>
              <a:xfrm>
                <a:off x="3372" y="2822"/>
                <a:ext cx="166" cy="173"/>
              </a:xfrm>
              <a:custGeom>
                <a:rect b="b" l="l" r="r" t="t"/>
                <a:pathLst>
                  <a:path extrusionOk="0" h="173" w="166">
                    <a:moveTo>
                      <a:pt x="165" y="172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165" y="172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5"/>
              <p:cNvSpPr/>
              <p:nvPr/>
            </p:nvSpPr>
            <p:spPr>
              <a:xfrm>
                <a:off x="3535" y="2813"/>
                <a:ext cx="10" cy="182"/>
              </a:xfrm>
              <a:custGeom>
                <a:rect b="b" l="l" r="r" t="t"/>
                <a:pathLst>
                  <a:path extrusionOk="0" h="182" w="10">
                    <a:moveTo>
                      <a:pt x="5" y="16"/>
                    </a:moveTo>
                    <a:lnTo>
                      <a:pt x="0" y="9"/>
                    </a:lnTo>
                    <a:lnTo>
                      <a:pt x="0" y="181"/>
                    </a:lnTo>
                    <a:lnTo>
                      <a:pt x="9" y="181"/>
                    </a:lnTo>
                    <a:lnTo>
                      <a:pt x="9" y="9"/>
                    </a:lnTo>
                    <a:lnTo>
                      <a:pt x="5" y="0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5"/>
              <p:cNvSpPr/>
              <p:nvPr/>
            </p:nvSpPr>
            <p:spPr>
              <a:xfrm>
                <a:off x="3365" y="2813"/>
                <a:ext cx="173" cy="12"/>
              </a:xfrm>
              <a:custGeom>
                <a:rect b="b" l="l" r="r" t="t"/>
                <a:pathLst>
                  <a:path extrusionOk="0" h="12" w="173">
                    <a:moveTo>
                      <a:pt x="14" y="6"/>
                    </a:moveTo>
                    <a:lnTo>
                      <a:pt x="7" y="11"/>
                    </a:lnTo>
                    <a:lnTo>
                      <a:pt x="172" y="11"/>
                    </a:lnTo>
                    <a:lnTo>
                      <a:pt x="172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5"/>
              <p:cNvSpPr/>
              <p:nvPr/>
            </p:nvSpPr>
            <p:spPr>
              <a:xfrm>
                <a:off x="3365" y="2822"/>
                <a:ext cx="10" cy="173"/>
              </a:xfrm>
              <a:custGeom>
                <a:rect b="b" l="l" r="r" t="t"/>
                <a:pathLst>
                  <a:path extrusionOk="0" h="173" w="10">
                    <a:moveTo>
                      <a:pt x="4" y="163"/>
                    </a:moveTo>
                    <a:lnTo>
                      <a:pt x="9" y="172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6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5"/>
              <p:cNvSpPr/>
              <p:nvPr/>
            </p:nvSpPr>
            <p:spPr>
              <a:xfrm>
                <a:off x="3372" y="2991"/>
                <a:ext cx="173" cy="4"/>
              </a:xfrm>
              <a:custGeom>
                <a:rect b="b" l="l" r="r" t="t"/>
                <a:pathLst>
                  <a:path extrusionOk="0" h="4" w="173">
                    <a:moveTo>
                      <a:pt x="158" y="3"/>
                    </a:moveTo>
                    <a:lnTo>
                      <a:pt x="165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65" y="3"/>
                    </a:lnTo>
                    <a:lnTo>
                      <a:pt x="172" y="3"/>
                    </a:lnTo>
                    <a:lnTo>
                      <a:pt x="158" y="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5"/>
              <p:cNvSpPr/>
              <p:nvPr/>
            </p:nvSpPr>
            <p:spPr>
              <a:xfrm>
                <a:off x="3245" y="3135"/>
                <a:ext cx="293" cy="164"/>
              </a:xfrm>
              <a:custGeom>
                <a:rect b="b" l="l" r="r" t="t"/>
                <a:pathLst>
                  <a:path extrusionOk="0" h="164" w="293">
                    <a:moveTo>
                      <a:pt x="292" y="163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292" y="163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5"/>
              <p:cNvSpPr/>
              <p:nvPr/>
            </p:nvSpPr>
            <p:spPr>
              <a:xfrm>
                <a:off x="3535" y="3126"/>
                <a:ext cx="10" cy="173"/>
              </a:xfrm>
              <a:custGeom>
                <a:rect b="b" l="l" r="r" t="t"/>
                <a:pathLst>
                  <a:path extrusionOk="0" h="173" w="10">
                    <a:moveTo>
                      <a:pt x="5" y="16"/>
                    </a:moveTo>
                    <a:lnTo>
                      <a:pt x="0" y="9"/>
                    </a:lnTo>
                    <a:lnTo>
                      <a:pt x="0" y="172"/>
                    </a:lnTo>
                    <a:lnTo>
                      <a:pt x="9" y="172"/>
                    </a:lnTo>
                    <a:lnTo>
                      <a:pt x="9" y="9"/>
                    </a:lnTo>
                    <a:lnTo>
                      <a:pt x="5" y="0"/>
                    </a:lnTo>
                    <a:lnTo>
                      <a:pt x="9" y="9"/>
                    </a:lnTo>
                    <a:lnTo>
                      <a:pt x="9" y="0"/>
                    </a:lnTo>
                    <a:lnTo>
                      <a:pt x="5" y="0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5"/>
              <p:cNvSpPr/>
              <p:nvPr/>
            </p:nvSpPr>
            <p:spPr>
              <a:xfrm>
                <a:off x="3238" y="3126"/>
                <a:ext cx="300" cy="12"/>
              </a:xfrm>
              <a:custGeom>
                <a:rect b="b" l="l" r="r" t="t"/>
                <a:pathLst>
                  <a:path extrusionOk="0" h="12" w="300">
                    <a:moveTo>
                      <a:pt x="14" y="6"/>
                    </a:moveTo>
                    <a:lnTo>
                      <a:pt x="7" y="11"/>
                    </a:lnTo>
                    <a:lnTo>
                      <a:pt x="299" y="11"/>
                    </a:lnTo>
                    <a:lnTo>
                      <a:pt x="299" y="0"/>
                    </a:lnTo>
                    <a:lnTo>
                      <a:pt x="7" y="0"/>
                    </a:lnTo>
                    <a:lnTo>
                      <a:pt x="0" y="6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4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35"/>
              <p:cNvSpPr/>
              <p:nvPr/>
            </p:nvSpPr>
            <p:spPr>
              <a:xfrm>
                <a:off x="3238" y="3135"/>
                <a:ext cx="9" cy="173"/>
              </a:xfrm>
              <a:custGeom>
                <a:rect b="b" l="l" r="r" t="t"/>
                <a:pathLst>
                  <a:path extrusionOk="0" h="173" w="9">
                    <a:moveTo>
                      <a:pt x="4" y="156"/>
                    </a:moveTo>
                    <a:lnTo>
                      <a:pt x="8" y="163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4" y="172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4" y="172"/>
                    </a:lnTo>
                    <a:lnTo>
                      <a:pt x="4" y="15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35"/>
              <p:cNvSpPr/>
              <p:nvPr/>
            </p:nvSpPr>
            <p:spPr>
              <a:xfrm>
                <a:off x="3245" y="3296"/>
                <a:ext cx="300" cy="12"/>
              </a:xfrm>
              <a:custGeom>
                <a:rect b="b" l="l" r="r" t="t"/>
                <a:pathLst>
                  <a:path extrusionOk="0" h="12" w="300">
                    <a:moveTo>
                      <a:pt x="284" y="5"/>
                    </a:moveTo>
                    <a:lnTo>
                      <a:pt x="292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292" y="11"/>
                    </a:lnTo>
                    <a:lnTo>
                      <a:pt x="299" y="5"/>
                    </a:lnTo>
                    <a:lnTo>
                      <a:pt x="292" y="11"/>
                    </a:lnTo>
                    <a:lnTo>
                      <a:pt x="299" y="11"/>
                    </a:lnTo>
                    <a:lnTo>
                      <a:pt x="299" y="5"/>
                    </a:lnTo>
                    <a:lnTo>
                      <a:pt x="28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5"/>
              <p:cNvSpPr/>
              <p:nvPr/>
            </p:nvSpPr>
            <p:spPr>
              <a:xfrm>
                <a:off x="2437" y="3135"/>
                <a:ext cx="299" cy="164"/>
              </a:xfrm>
              <a:custGeom>
                <a:rect b="b" l="l" r="r" t="t"/>
                <a:pathLst>
                  <a:path extrusionOk="0" h="164" w="299">
                    <a:moveTo>
                      <a:pt x="298" y="163"/>
                    </a:moveTo>
                    <a:lnTo>
                      <a:pt x="298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298" y="163"/>
                    </a:lnTo>
                  </a:path>
                </a:pathLst>
              </a:custGeom>
              <a:solidFill>
                <a:srgbClr val="DADAD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35"/>
              <p:cNvSpPr/>
              <p:nvPr/>
            </p:nvSpPr>
            <p:spPr>
              <a:xfrm>
                <a:off x="2734" y="3126"/>
                <a:ext cx="9" cy="173"/>
              </a:xfrm>
              <a:custGeom>
                <a:rect b="b" l="l" r="r" t="t"/>
                <a:pathLst>
                  <a:path extrusionOk="0" h="173" w="9">
                    <a:moveTo>
                      <a:pt x="4" y="16"/>
                    </a:moveTo>
                    <a:lnTo>
                      <a:pt x="0" y="9"/>
                    </a:lnTo>
                    <a:lnTo>
                      <a:pt x="0" y="172"/>
                    </a:lnTo>
                    <a:lnTo>
                      <a:pt x="8" y="172"/>
                    </a:lnTo>
                    <a:lnTo>
                      <a:pt x="8" y="9"/>
                    </a:lnTo>
                    <a:lnTo>
                      <a:pt x="4" y="0"/>
                    </a:lnTo>
                    <a:lnTo>
                      <a:pt x="8" y="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35"/>
              <p:cNvSpPr/>
              <p:nvPr/>
            </p:nvSpPr>
            <p:spPr>
              <a:xfrm>
                <a:off x="2437" y="3126"/>
                <a:ext cx="299" cy="12"/>
              </a:xfrm>
              <a:custGeom>
                <a:rect b="b" l="l" r="r" t="t"/>
                <a:pathLst>
                  <a:path extrusionOk="0" h="12" w="299">
                    <a:moveTo>
                      <a:pt x="7" y="6"/>
                    </a:moveTo>
                    <a:lnTo>
                      <a:pt x="0" y="11"/>
                    </a:lnTo>
                    <a:lnTo>
                      <a:pt x="298" y="11"/>
                    </a:lnTo>
                    <a:lnTo>
                      <a:pt x="298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7" y="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5"/>
              <p:cNvSpPr/>
              <p:nvPr/>
            </p:nvSpPr>
            <p:spPr>
              <a:xfrm>
                <a:off x="2437" y="3135"/>
                <a:ext cx="2" cy="173"/>
              </a:xfrm>
              <a:custGeom>
                <a:rect b="b" l="l" r="r" t="t"/>
                <a:pathLst>
                  <a:path extrusionOk="0" h="173" w="2">
                    <a:moveTo>
                      <a:pt x="0" y="156"/>
                    </a:moveTo>
                    <a:lnTo>
                      <a:pt x="1" y="16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0" y="163"/>
                    </a:lnTo>
                    <a:lnTo>
                      <a:pt x="0" y="172"/>
                    </a:lnTo>
                    <a:lnTo>
                      <a:pt x="0" y="156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5"/>
              <p:cNvSpPr/>
              <p:nvPr/>
            </p:nvSpPr>
            <p:spPr>
              <a:xfrm>
                <a:off x="2437" y="3296"/>
                <a:ext cx="306" cy="12"/>
              </a:xfrm>
              <a:custGeom>
                <a:rect b="b" l="l" r="r" t="t"/>
                <a:pathLst>
                  <a:path extrusionOk="0" h="12" w="306">
                    <a:moveTo>
                      <a:pt x="291" y="5"/>
                    </a:moveTo>
                    <a:lnTo>
                      <a:pt x="298" y="0"/>
                    </a:lnTo>
                    <a:lnTo>
                      <a:pt x="0" y="0"/>
                    </a:lnTo>
                    <a:lnTo>
                      <a:pt x="0" y="11"/>
                    </a:lnTo>
                    <a:lnTo>
                      <a:pt x="298" y="11"/>
                    </a:lnTo>
                    <a:lnTo>
                      <a:pt x="305" y="5"/>
                    </a:lnTo>
                    <a:lnTo>
                      <a:pt x="298" y="11"/>
                    </a:lnTo>
                    <a:lnTo>
                      <a:pt x="305" y="11"/>
                    </a:lnTo>
                    <a:lnTo>
                      <a:pt x="305" y="5"/>
                    </a:lnTo>
                    <a:lnTo>
                      <a:pt x="291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35"/>
              <p:cNvSpPr/>
              <p:nvPr/>
            </p:nvSpPr>
            <p:spPr>
              <a:xfrm>
                <a:off x="2238" y="3380"/>
                <a:ext cx="1569" cy="29"/>
              </a:xfrm>
              <a:custGeom>
                <a:rect b="b" l="l" r="r" t="t"/>
                <a:pathLst>
                  <a:path extrusionOk="0" h="29" w="1569">
                    <a:moveTo>
                      <a:pt x="1568" y="28"/>
                    </a:moveTo>
                    <a:lnTo>
                      <a:pt x="1568" y="0"/>
                    </a:lnTo>
                    <a:lnTo>
                      <a:pt x="0" y="0"/>
                    </a:lnTo>
                    <a:lnTo>
                      <a:pt x="0" y="28"/>
                    </a:lnTo>
                    <a:lnTo>
                      <a:pt x="1568" y="28"/>
                    </a:lnTo>
                  </a:path>
                </a:pathLst>
              </a:custGeom>
              <a:solidFill>
                <a:srgbClr val="7F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35"/>
              <p:cNvSpPr/>
              <p:nvPr/>
            </p:nvSpPr>
            <p:spPr>
              <a:xfrm>
                <a:off x="3805" y="3372"/>
                <a:ext cx="9" cy="37"/>
              </a:xfrm>
              <a:custGeom>
                <a:rect b="b" l="l" r="r" t="t"/>
                <a:pathLst>
                  <a:path extrusionOk="0" h="37" w="9">
                    <a:moveTo>
                      <a:pt x="4" y="15"/>
                    </a:moveTo>
                    <a:lnTo>
                      <a:pt x="0" y="7"/>
                    </a:lnTo>
                    <a:lnTo>
                      <a:pt x="0" y="36"/>
                    </a:lnTo>
                    <a:lnTo>
                      <a:pt x="8" y="36"/>
                    </a:lnTo>
                    <a:lnTo>
                      <a:pt x="8" y="7"/>
                    </a:lnTo>
                    <a:lnTo>
                      <a:pt x="4" y="0"/>
                    </a:lnTo>
                    <a:lnTo>
                      <a:pt x="8" y="7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4" y="1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35"/>
              <p:cNvSpPr/>
              <p:nvPr/>
            </p:nvSpPr>
            <p:spPr>
              <a:xfrm>
                <a:off x="2231" y="3372"/>
                <a:ext cx="1576" cy="12"/>
              </a:xfrm>
              <a:custGeom>
                <a:rect b="b" l="l" r="r" t="t"/>
                <a:pathLst>
                  <a:path extrusionOk="0" h="12" w="1576">
                    <a:moveTo>
                      <a:pt x="14" y="5"/>
                    </a:moveTo>
                    <a:lnTo>
                      <a:pt x="7" y="11"/>
                    </a:lnTo>
                    <a:lnTo>
                      <a:pt x="1575" y="11"/>
                    </a:lnTo>
                    <a:lnTo>
                      <a:pt x="1575" y="0"/>
                    </a:lnTo>
                    <a:lnTo>
                      <a:pt x="7" y="0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4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5"/>
              <p:cNvSpPr/>
              <p:nvPr/>
            </p:nvSpPr>
            <p:spPr>
              <a:xfrm>
                <a:off x="2231" y="3380"/>
                <a:ext cx="9" cy="37"/>
              </a:xfrm>
              <a:custGeom>
                <a:rect b="b" l="l" r="r" t="t"/>
                <a:pathLst>
                  <a:path extrusionOk="0" h="37" w="9">
                    <a:moveTo>
                      <a:pt x="4" y="22"/>
                    </a:moveTo>
                    <a:lnTo>
                      <a:pt x="8" y="29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4" y="36"/>
                    </a:lnTo>
                    <a:lnTo>
                      <a:pt x="0" y="29"/>
                    </a:lnTo>
                    <a:lnTo>
                      <a:pt x="0" y="36"/>
                    </a:lnTo>
                    <a:lnTo>
                      <a:pt x="4" y="36"/>
                    </a:lnTo>
                    <a:lnTo>
                      <a:pt x="4" y="22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5"/>
              <p:cNvSpPr/>
              <p:nvPr/>
            </p:nvSpPr>
            <p:spPr>
              <a:xfrm>
                <a:off x="2238" y="3406"/>
                <a:ext cx="1576" cy="11"/>
              </a:xfrm>
              <a:custGeom>
                <a:rect b="b" l="l" r="r" t="t"/>
                <a:pathLst>
                  <a:path extrusionOk="0" h="11" w="1576">
                    <a:moveTo>
                      <a:pt x="1561" y="5"/>
                    </a:moveTo>
                    <a:lnTo>
                      <a:pt x="1568" y="0"/>
                    </a:lnTo>
                    <a:lnTo>
                      <a:pt x="0" y="0"/>
                    </a:lnTo>
                    <a:lnTo>
                      <a:pt x="0" y="10"/>
                    </a:lnTo>
                    <a:lnTo>
                      <a:pt x="1568" y="10"/>
                    </a:lnTo>
                    <a:lnTo>
                      <a:pt x="1575" y="5"/>
                    </a:lnTo>
                    <a:lnTo>
                      <a:pt x="1568" y="10"/>
                    </a:lnTo>
                    <a:lnTo>
                      <a:pt x="1575" y="10"/>
                    </a:lnTo>
                    <a:lnTo>
                      <a:pt x="1575" y="5"/>
                    </a:lnTo>
                    <a:lnTo>
                      <a:pt x="1561" y="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" name="Google Shape;450;p35"/>
            <p:cNvSpPr/>
            <p:nvPr/>
          </p:nvSpPr>
          <p:spPr>
            <a:xfrm>
              <a:off x="2355" y="2538"/>
              <a:ext cx="1254" cy="468"/>
            </a:xfrm>
            <a:prstGeom prst="rect">
              <a:avLst/>
            </a:prstGeom>
            <a:solidFill>
              <a:srgbClr val="DADAD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2025" lIns="85575" spcFirstLastPara="1" rIns="85575" wrap="square" tIns="420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lang="en-US" sz="20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 Administrator</a:t>
              </a:r>
              <a:endParaRPr/>
            </a:p>
          </p:txBody>
        </p:sp>
      </p:grpSp>
      <p:sp>
        <p:nvSpPr>
          <p:cNvPr id="451" name="Google Shape;451;p35"/>
          <p:cNvSpPr/>
          <p:nvPr/>
        </p:nvSpPr>
        <p:spPr>
          <a:xfrm>
            <a:off x="6149975" y="4573588"/>
            <a:ext cx="2709863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0E30"/>
              </a:buClr>
              <a:buSzPts val="1900"/>
              <a:buFont typeface="Arial"/>
              <a:buNone/>
            </a:pPr>
            <a:r>
              <a:rPr b="1" lang="en-US" sz="1900" u="non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Pension Recipients</a:t>
            </a:r>
            <a:endParaRPr/>
          </a:p>
        </p:txBody>
      </p:sp>
      <p:grpSp>
        <p:nvGrpSpPr>
          <p:cNvPr id="452" name="Google Shape;452;p35"/>
          <p:cNvGrpSpPr/>
          <p:nvPr/>
        </p:nvGrpSpPr>
        <p:grpSpPr>
          <a:xfrm>
            <a:off x="6686550" y="5002213"/>
            <a:ext cx="1651000" cy="1687512"/>
            <a:chOff x="4423" y="3467"/>
            <a:chExt cx="1092" cy="1134"/>
          </a:xfrm>
        </p:grpSpPr>
        <p:sp>
          <p:nvSpPr>
            <p:cNvPr id="453" name="Google Shape;453;p35"/>
            <p:cNvSpPr/>
            <p:nvPr/>
          </p:nvSpPr>
          <p:spPr>
            <a:xfrm>
              <a:off x="4604" y="3470"/>
              <a:ext cx="656" cy="327"/>
            </a:xfrm>
            <a:custGeom>
              <a:rect b="b" l="l" r="r" t="t"/>
              <a:pathLst>
                <a:path extrusionOk="0" h="327" w="656">
                  <a:moveTo>
                    <a:pt x="0" y="326"/>
                  </a:moveTo>
                  <a:lnTo>
                    <a:pt x="0" y="326"/>
                  </a:lnTo>
                  <a:lnTo>
                    <a:pt x="0" y="308"/>
                  </a:lnTo>
                  <a:lnTo>
                    <a:pt x="0" y="292"/>
                  </a:lnTo>
                  <a:lnTo>
                    <a:pt x="3" y="277"/>
                  </a:lnTo>
                  <a:lnTo>
                    <a:pt x="6" y="259"/>
                  </a:lnTo>
                  <a:lnTo>
                    <a:pt x="9" y="245"/>
                  </a:lnTo>
                  <a:lnTo>
                    <a:pt x="15" y="230"/>
                  </a:lnTo>
                  <a:lnTo>
                    <a:pt x="18" y="212"/>
                  </a:lnTo>
                  <a:lnTo>
                    <a:pt x="24" y="198"/>
                  </a:lnTo>
                  <a:lnTo>
                    <a:pt x="32" y="184"/>
                  </a:lnTo>
                  <a:lnTo>
                    <a:pt x="38" y="172"/>
                  </a:lnTo>
                  <a:lnTo>
                    <a:pt x="47" y="157"/>
                  </a:lnTo>
                  <a:lnTo>
                    <a:pt x="55" y="142"/>
                  </a:lnTo>
                  <a:lnTo>
                    <a:pt x="64" y="131"/>
                  </a:lnTo>
                  <a:lnTo>
                    <a:pt x="73" y="120"/>
                  </a:lnTo>
                  <a:lnTo>
                    <a:pt x="85" y="108"/>
                  </a:lnTo>
                  <a:lnTo>
                    <a:pt x="94" y="96"/>
                  </a:lnTo>
                  <a:lnTo>
                    <a:pt x="106" y="84"/>
                  </a:lnTo>
                  <a:lnTo>
                    <a:pt x="117" y="76"/>
                  </a:lnTo>
                  <a:lnTo>
                    <a:pt x="129" y="64"/>
                  </a:lnTo>
                  <a:lnTo>
                    <a:pt x="144" y="55"/>
                  </a:lnTo>
                  <a:lnTo>
                    <a:pt x="156" y="46"/>
                  </a:lnTo>
                  <a:lnTo>
                    <a:pt x="170" y="40"/>
                  </a:lnTo>
                  <a:lnTo>
                    <a:pt x="185" y="32"/>
                  </a:lnTo>
                  <a:lnTo>
                    <a:pt x="199" y="27"/>
                  </a:lnTo>
                  <a:lnTo>
                    <a:pt x="214" y="21"/>
                  </a:lnTo>
                  <a:lnTo>
                    <a:pt x="229" y="15"/>
                  </a:lnTo>
                  <a:lnTo>
                    <a:pt x="244" y="12"/>
                  </a:lnTo>
                  <a:lnTo>
                    <a:pt x="262" y="6"/>
                  </a:lnTo>
                  <a:lnTo>
                    <a:pt x="276" y="3"/>
                  </a:lnTo>
                  <a:lnTo>
                    <a:pt x="293" y="3"/>
                  </a:lnTo>
                  <a:lnTo>
                    <a:pt x="308" y="0"/>
                  </a:lnTo>
                  <a:lnTo>
                    <a:pt x="326" y="0"/>
                  </a:lnTo>
                  <a:lnTo>
                    <a:pt x="344" y="0"/>
                  </a:lnTo>
                  <a:lnTo>
                    <a:pt x="362" y="3"/>
                  </a:lnTo>
                  <a:lnTo>
                    <a:pt x="376" y="3"/>
                  </a:lnTo>
                  <a:lnTo>
                    <a:pt x="393" y="6"/>
                  </a:lnTo>
                  <a:lnTo>
                    <a:pt x="408" y="12"/>
                  </a:lnTo>
                  <a:lnTo>
                    <a:pt x="423" y="15"/>
                  </a:lnTo>
                  <a:lnTo>
                    <a:pt x="441" y="21"/>
                  </a:lnTo>
                  <a:lnTo>
                    <a:pt x="455" y="27"/>
                  </a:lnTo>
                  <a:lnTo>
                    <a:pt x="467" y="32"/>
                  </a:lnTo>
                  <a:lnTo>
                    <a:pt x="482" y="40"/>
                  </a:lnTo>
                  <a:lnTo>
                    <a:pt x="496" y="46"/>
                  </a:lnTo>
                  <a:lnTo>
                    <a:pt x="508" y="55"/>
                  </a:lnTo>
                  <a:lnTo>
                    <a:pt x="523" y="64"/>
                  </a:lnTo>
                  <a:lnTo>
                    <a:pt x="534" y="76"/>
                  </a:lnTo>
                  <a:lnTo>
                    <a:pt x="546" y="84"/>
                  </a:lnTo>
                  <a:lnTo>
                    <a:pt x="558" y="96"/>
                  </a:lnTo>
                  <a:lnTo>
                    <a:pt x="570" y="108"/>
                  </a:lnTo>
                  <a:lnTo>
                    <a:pt x="579" y="120"/>
                  </a:lnTo>
                  <a:lnTo>
                    <a:pt x="591" y="131"/>
                  </a:lnTo>
                  <a:lnTo>
                    <a:pt x="600" y="142"/>
                  </a:lnTo>
                  <a:lnTo>
                    <a:pt x="608" y="157"/>
                  </a:lnTo>
                  <a:lnTo>
                    <a:pt x="614" y="172"/>
                  </a:lnTo>
                  <a:lnTo>
                    <a:pt x="622" y="184"/>
                  </a:lnTo>
                  <a:lnTo>
                    <a:pt x="628" y="198"/>
                  </a:lnTo>
                  <a:lnTo>
                    <a:pt x="634" y="212"/>
                  </a:lnTo>
                  <a:lnTo>
                    <a:pt x="640" y="230"/>
                  </a:lnTo>
                  <a:lnTo>
                    <a:pt x="643" y="245"/>
                  </a:lnTo>
                  <a:lnTo>
                    <a:pt x="646" y="259"/>
                  </a:lnTo>
                  <a:lnTo>
                    <a:pt x="649" y="277"/>
                  </a:lnTo>
                  <a:lnTo>
                    <a:pt x="652" y="292"/>
                  </a:lnTo>
                  <a:lnTo>
                    <a:pt x="655" y="308"/>
                  </a:lnTo>
                  <a:lnTo>
                    <a:pt x="655" y="326"/>
                  </a:lnTo>
                  <a:lnTo>
                    <a:pt x="652" y="326"/>
                  </a:lnTo>
                  <a:lnTo>
                    <a:pt x="649" y="308"/>
                  </a:lnTo>
                  <a:lnTo>
                    <a:pt x="649" y="292"/>
                  </a:lnTo>
                  <a:lnTo>
                    <a:pt x="646" y="277"/>
                  </a:lnTo>
                  <a:lnTo>
                    <a:pt x="643" y="262"/>
                  </a:lnTo>
                  <a:lnTo>
                    <a:pt x="640" y="245"/>
                  </a:lnTo>
                  <a:lnTo>
                    <a:pt x="637" y="230"/>
                  </a:lnTo>
                  <a:lnTo>
                    <a:pt x="631" y="215"/>
                  </a:lnTo>
                  <a:lnTo>
                    <a:pt x="625" y="201"/>
                  </a:lnTo>
                  <a:lnTo>
                    <a:pt x="619" y="187"/>
                  </a:lnTo>
                  <a:lnTo>
                    <a:pt x="611" y="172"/>
                  </a:lnTo>
                  <a:lnTo>
                    <a:pt x="605" y="160"/>
                  </a:lnTo>
                  <a:lnTo>
                    <a:pt x="597" y="145"/>
                  </a:lnTo>
                  <a:lnTo>
                    <a:pt x="588" y="134"/>
                  </a:lnTo>
                  <a:lnTo>
                    <a:pt x="576" y="120"/>
                  </a:lnTo>
                  <a:lnTo>
                    <a:pt x="567" y="111"/>
                  </a:lnTo>
                  <a:lnTo>
                    <a:pt x="555" y="99"/>
                  </a:lnTo>
                  <a:lnTo>
                    <a:pt x="543" y="87"/>
                  </a:lnTo>
                  <a:lnTo>
                    <a:pt x="531" y="79"/>
                  </a:lnTo>
                  <a:lnTo>
                    <a:pt x="520" y="67"/>
                  </a:lnTo>
                  <a:lnTo>
                    <a:pt x="508" y="58"/>
                  </a:lnTo>
                  <a:lnTo>
                    <a:pt x="493" y="49"/>
                  </a:lnTo>
                  <a:lnTo>
                    <a:pt x="482" y="43"/>
                  </a:lnTo>
                  <a:lnTo>
                    <a:pt x="467" y="35"/>
                  </a:lnTo>
                  <a:lnTo>
                    <a:pt x="452" y="29"/>
                  </a:lnTo>
                  <a:lnTo>
                    <a:pt x="438" y="24"/>
                  </a:lnTo>
                  <a:lnTo>
                    <a:pt x="423" y="18"/>
                  </a:lnTo>
                  <a:lnTo>
                    <a:pt x="408" y="15"/>
                  </a:lnTo>
                  <a:lnTo>
                    <a:pt x="390" y="12"/>
                  </a:lnTo>
                  <a:lnTo>
                    <a:pt x="376" y="9"/>
                  </a:lnTo>
                  <a:lnTo>
                    <a:pt x="362" y="6"/>
                  </a:lnTo>
                  <a:lnTo>
                    <a:pt x="344" y="3"/>
                  </a:lnTo>
                  <a:lnTo>
                    <a:pt x="326" y="3"/>
                  </a:lnTo>
                  <a:lnTo>
                    <a:pt x="311" y="3"/>
                  </a:lnTo>
                  <a:lnTo>
                    <a:pt x="293" y="6"/>
                  </a:lnTo>
                  <a:lnTo>
                    <a:pt x="276" y="9"/>
                  </a:lnTo>
                  <a:lnTo>
                    <a:pt x="262" y="12"/>
                  </a:lnTo>
                  <a:lnTo>
                    <a:pt x="247" y="15"/>
                  </a:lnTo>
                  <a:lnTo>
                    <a:pt x="229" y="18"/>
                  </a:lnTo>
                  <a:lnTo>
                    <a:pt x="214" y="24"/>
                  </a:lnTo>
                  <a:lnTo>
                    <a:pt x="199" y="29"/>
                  </a:lnTo>
                  <a:lnTo>
                    <a:pt x="185" y="35"/>
                  </a:lnTo>
                  <a:lnTo>
                    <a:pt x="173" y="43"/>
                  </a:lnTo>
                  <a:lnTo>
                    <a:pt x="159" y="49"/>
                  </a:lnTo>
                  <a:lnTo>
                    <a:pt x="147" y="58"/>
                  </a:lnTo>
                  <a:lnTo>
                    <a:pt x="132" y="67"/>
                  </a:lnTo>
                  <a:lnTo>
                    <a:pt x="120" y="79"/>
                  </a:lnTo>
                  <a:lnTo>
                    <a:pt x="109" y="87"/>
                  </a:lnTo>
                  <a:lnTo>
                    <a:pt x="97" y="99"/>
                  </a:lnTo>
                  <a:lnTo>
                    <a:pt x="85" y="111"/>
                  </a:lnTo>
                  <a:lnTo>
                    <a:pt x="76" y="120"/>
                  </a:lnTo>
                  <a:lnTo>
                    <a:pt x="67" y="134"/>
                  </a:lnTo>
                  <a:lnTo>
                    <a:pt x="58" y="145"/>
                  </a:lnTo>
                  <a:lnTo>
                    <a:pt x="50" y="160"/>
                  </a:lnTo>
                  <a:lnTo>
                    <a:pt x="41" y="172"/>
                  </a:lnTo>
                  <a:lnTo>
                    <a:pt x="35" y="187"/>
                  </a:lnTo>
                  <a:lnTo>
                    <a:pt x="27" y="201"/>
                  </a:lnTo>
                  <a:lnTo>
                    <a:pt x="24" y="215"/>
                  </a:lnTo>
                  <a:lnTo>
                    <a:pt x="18" y="230"/>
                  </a:lnTo>
                  <a:lnTo>
                    <a:pt x="12" y="245"/>
                  </a:lnTo>
                  <a:lnTo>
                    <a:pt x="9" y="262"/>
                  </a:lnTo>
                  <a:lnTo>
                    <a:pt x="6" y="277"/>
                  </a:lnTo>
                  <a:lnTo>
                    <a:pt x="3" y="292"/>
                  </a:lnTo>
                  <a:lnTo>
                    <a:pt x="3" y="308"/>
                  </a:lnTo>
                  <a:lnTo>
                    <a:pt x="3" y="326"/>
                  </a:lnTo>
                  <a:lnTo>
                    <a:pt x="0" y="326"/>
                  </a:lnTo>
                </a:path>
              </a:pathLst>
            </a:custGeom>
            <a:solidFill>
              <a:srgbClr val="FF941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5"/>
            <p:cNvSpPr/>
            <p:nvPr/>
          </p:nvSpPr>
          <p:spPr>
            <a:xfrm>
              <a:off x="4604" y="3802"/>
              <a:ext cx="656" cy="324"/>
            </a:xfrm>
            <a:custGeom>
              <a:rect b="b" l="l" r="r" t="t"/>
              <a:pathLst>
                <a:path extrusionOk="0" h="324" w="656">
                  <a:moveTo>
                    <a:pt x="0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3" y="50"/>
                  </a:lnTo>
                  <a:lnTo>
                    <a:pt x="6" y="64"/>
                  </a:lnTo>
                  <a:lnTo>
                    <a:pt x="9" y="81"/>
                  </a:lnTo>
                  <a:lnTo>
                    <a:pt x="15" y="96"/>
                  </a:lnTo>
                  <a:lnTo>
                    <a:pt x="18" y="111"/>
                  </a:lnTo>
                  <a:lnTo>
                    <a:pt x="24" y="126"/>
                  </a:lnTo>
                  <a:lnTo>
                    <a:pt x="32" y="140"/>
                  </a:lnTo>
                  <a:lnTo>
                    <a:pt x="38" y="154"/>
                  </a:lnTo>
                  <a:lnTo>
                    <a:pt x="47" y="169"/>
                  </a:lnTo>
                  <a:lnTo>
                    <a:pt x="55" y="181"/>
                  </a:lnTo>
                  <a:lnTo>
                    <a:pt x="64" y="195"/>
                  </a:lnTo>
                  <a:lnTo>
                    <a:pt x="73" y="207"/>
                  </a:lnTo>
                  <a:lnTo>
                    <a:pt x="85" y="219"/>
                  </a:lnTo>
                  <a:lnTo>
                    <a:pt x="94" y="231"/>
                  </a:lnTo>
                  <a:lnTo>
                    <a:pt x="106" y="239"/>
                  </a:lnTo>
                  <a:lnTo>
                    <a:pt x="117" y="250"/>
                  </a:lnTo>
                  <a:lnTo>
                    <a:pt x="129" y="259"/>
                  </a:lnTo>
                  <a:lnTo>
                    <a:pt x="144" y="268"/>
                  </a:lnTo>
                  <a:lnTo>
                    <a:pt x="156" y="277"/>
                  </a:lnTo>
                  <a:lnTo>
                    <a:pt x="170" y="286"/>
                  </a:lnTo>
                  <a:lnTo>
                    <a:pt x="185" y="292"/>
                  </a:lnTo>
                  <a:lnTo>
                    <a:pt x="199" y="300"/>
                  </a:lnTo>
                  <a:lnTo>
                    <a:pt x="214" y="306"/>
                  </a:lnTo>
                  <a:lnTo>
                    <a:pt x="229" y="309"/>
                  </a:lnTo>
                  <a:lnTo>
                    <a:pt x="244" y="315"/>
                  </a:lnTo>
                  <a:lnTo>
                    <a:pt x="262" y="317"/>
                  </a:lnTo>
                  <a:lnTo>
                    <a:pt x="276" y="320"/>
                  </a:lnTo>
                  <a:lnTo>
                    <a:pt x="293" y="323"/>
                  </a:lnTo>
                  <a:lnTo>
                    <a:pt x="308" y="323"/>
                  </a:lnTo>
                  <a:lnTo>
                    <a:pt x="326" y="323"/>
                  </a:lnTo>
                  <a:lnTo>
                    <a:pt x="344" y="323"/>
                  </a:lnTo>
                  <a:lnTo>
                    <a:pt x="362" y="323"/>
                  </a:lnTo>
                  <a:lnTo>
                    <a:pt x="376" y="320"/>
                  </a:lnTo>
                  <a:lnTo>
                    <a:pt x="393" y="317"/>
                  </a:lnTo>
                  <a:lnTo>
                    <a:pt x="408" y="315"/>
                  </a:lnTo>
                  <a:lnTo>
                    <a:pt x="423" y="309"/>
                  </a:lnTo>
                  <a:lnTo>
                    <a:pt x="441" y="306"/>
                  </a:lnTo>
                  <a:lnTo>
                    <a:pt x="455" y="300"/>
                  </a:lnTo>
                  <a:lnTo>
                    <a:pt x="467" y="292"/>
                  </a:lnTo>
                  <a:lnTo>
                    <a:pt x="482" y="286"/>
                  </a:lnTo>
                  <a:lnTo>
                    <a:pt x="496" y="277"/>
                  </a:lnTo>
                  <a:lnTo>
                    <a:pt x="508" y="268"/>
                  </a:lnTo>
                  <a:lnTo>
                    <a:pt x="523" y="259"/>
                  </a:lnTo>
                  <a:lnTo>
                    <a:pt x="534" y="250"/>
                  </a:lnTo>
                  <a:lnTo>
                    <a:pt x="546" y="239"/>
                  </a:lnTo>
                  <a:lnTo>
                    <a:pt x="558" y="231"/>
                  </a:lnTo>
                  <a:lnTo>
                    <a:pt x="570" y="219"/>
                  </a:lnTo>
                  <a:lnTo>
                    <a:pt x="579" y="207"/>
                  </a:lnTo>
                  <a:lnTo>
                    <a:pt x="591" y="195"/>
                  </a:lnTo>
                  <a:lnTo>
                    <a:pt x="600" y="181"/>
                  </a:lnTo>
                  <a:lnTo>
                    <a:pt x="608" y="169"/>
                  </a:lnTo>
                  <a:lnTo>
                    <a:pt x="614" y="154"/>
                  </a:lnTo>
                  <a:lnTo>
                    <a:pt x="622" y="140"/>
                  </a:lnTo>
                  <a:lnTo>
                    <a:pt x="628" y="126"/>
                  </a:lnTo>
                  <a:lnTo>
                    <a:pt x="634" y="111"/>
                  </a:lnTo>
                  <a:lnTo>
                    <a:pt x="640" y="96"/>
                  </a:lnTo>
                  <a:lnTo>
                    <a:pt x="643" y="81"/>
                  </a:lnTo>
                  <a:lnTo>
                    <a:pt x="646" y="64"/>
                  </a:lnTo>
                  <a:lnTo>
                    <a:pt x="649" y="50"/>
                  </a:lnTo>
                  <a:lnTo>
                    <a:pt x="652" y="32"/>
                  </a:lnTo>
                  <a:lnTo>
                    <a:pt x="655" y="18"/>
                  </a:lnTo>
                  <a:lnTo>
                    <a:pt x="655" y="0"/>
                  </a:lnTo>
                  <a:lnTo>
                    <a:pt x="652" y="0"/>
                  </a:lnTo>
                  <a:lnTo>
                    <a:pt x="649" y="15"/>
                  </a:lnTo>
                  <a:lnTo>
                    <a:pt x="649" y="32"/>
                  </a:lnTo>
                  <a:lnTo>
                    <a:pt x="646" y="50"/>
                  </a:lnTo>
                  <a:lnTo>
                    <a:pt x="643" y="64"/>
                  </a:lnTo>
                  <a:lnTo>
                    <a:pt x="640" y="79"/>
                  </a:lnTo>
                  <a:lnTo>
                    <a:pt x="637" y="96"/>
                  </a:lnTo>
                  <a:lnTo>
                    <a:pt x="631" y="111"/>
                  </a:lnTo>
                  <a:lnTo>
                    <a:pt x="625" y="126"/>
                  </a:lnTo>
                  <a:lnTo>
                    <a:pt x="619" y="140"/>
                  </a:lnTo>
                  <a:lnTo>
                    <a:pt x="611" y="151"/>
                  </a:lnTo>
                  <a:lnTo>
                    <a:pt x="605" y="166"/>
                  </a:lnTo>
                  <a:lnTo>
                    <a:pt x="597" y="181"/>
                  </a:lnTo>
                  <a:lnTo>
                    <a:pt x="588" y="192"/>
                  </a:lnTo>
                  <a:lnTo>
                    <a:pt x="576" y="204"/>
                  </a:lnTo>
                  <a:lnTo>
                    <a:pt x="567" y="216"/>
                  </a:lnTo>
                  <a:lnTo>
                    <a:pt x="555" y="228"/>
                  </a:lnTo>
                  <a:lnTo>
                    <a:pt x="543" y="239"/>
                  </a:lnTo>
                  <a:lnTo>
                    <a:pt x="531" y="247"/>
                  </a:lnTo>
                  <a:lnTo>
                    <a:pt x="520" y="256"/>
                  </a:lnTo>
                  <a:lnTo>
                    <a:pt x="508" y="265"/>
                  </a:lnTo>
                  <a:lnTo>
                    <a:pt x="493" y="274"/>
                  </a:lnTo>
                  <a:lnTo>
                    <a:pt x="482" y="283"/>
                  </a:lnTo>
                  <a:lnTo>
                    <a:pt x="467" y="289"/>
                  </a:lnTo>
                  <a:lnTo>
                    <a:pt x="452" y="297"/>
                  </a:lnTo>
                  <a:lnTo>
                    <a:pt x="438" y="303"/>
                  </a:lnTo>
                  <a:lnTo>
                    <a:pt x="423" y="306"/>
                  </a:lnTo>
                  <a:lnTo>
                    <a:pt x="408" y="312"/>
                  </a:lnTo>
                  <a:lnTo>
                    <a:pt x="390" y="315"/>
                  </a:lnTo>
                  <a:lnTo>
                    <a:pt x="376" y="317"/>
                  </a:lnTo>
                  <a:lnTo>
                    <a:pt x="362" y="320"/>
                  </a:lnTo>
                  <a:lnTo>
                    <a:pt x="344" y="320"/>
                  </a:lnTo>
                  <a:lnTo>
                    <a:pt x="326" y="320"/>
                  </a:lnTo>
                  <a:lnTo>
                    <a:pt x="311" y="320"/>
                  </a:lnTo>
                  <a:lnTo>
                    <a:pt x="293" y="320"/>
                  </a:lnTo>
                  <a:lnTo>
                    <a:pt x="276" y="317"/>
                  </a:lnTo>
                  <a:lnTo>
                    <a:pt x="262" y="315"/>
                  </a:lnTo>
                  <a:lnTo>
                    <a:pt x="247" y="312"/>
                  </a:lnTo>
                  <a:lnTo>
                    <a:pt x="229" y="306"/>
                  </a:lnTo>
                  <a:lnTo>
                    <a:pt x="214" y="303"/>
                  </a:lnTo>
                  <a:lnTo>
                    <a:pt x="199" y="297"/>
                  </a:lnTo>
                  <a:lnTo>
                    <a:pt x="185" y="289"/>
                  </a:lnTo>
                  <a:lnTo>
                    <a:pt x="173" y="283"/>
                  </a:lnTo>
                  <a:lnTo>
                    <a:pt x="159" y="274"/>
                  </a:lnTo>
                  <a:lnTo>
                    <a:pt x="147" y="265"/>
                  </a:lnTo>
                  <a:lnTo>
                    <a:pt x="132" y="256"/>
                  </a:lnTo>
                  <a:lnTo>
                    <a:pt x="120" y="247"/>
                  </a:lnTo>
                  <a:lnTo>
                    <a:pt x="109" y="239"/>
                  </a:lnTo>
                  <a:lnTo>
                    <a:pt x="97" y="228"/>
                  </a:lnTo>
                  <a:lnTo>
                    <a:pt x="85" y="216"/>
                  </a:lnTo>
                  <a:lnTo>
                    <a:pt x="76" y="204"/>
                  </a:lnTo>
                  <a:lnTo>
                    <a:pt x="67" y="192"/>
                  </a:lnTo>
                  <a:lnTo>
                    <a:pt x="58" y="181"/>
                  </a:lnTo>
                  <a:lnTo>
                    <a:pt x="50" y="166"/>
                  </a:lnTo>
                  <a:lnTo>
                    <a:pt x="41" y="151"/>
                  </a:lnTo>
                  <a:lnTo>
                    <a:pt x="35" y="140"/>
                  </a:lnTo>
                  <a:lnTo>
                    <a:pt x="27" y="126"/>
                  </a:lnTo>
                  <a:lnTo>
                    <a:pt x="24" y="111"/>
                  </a:lnTo>
                  <a:lnTo>
                    <a:pt x="18" y="96"/>
                  </a:lnTo>
                  <a:lnTo>
                    <a:pt x="12" y="79"/>
                  </a:lnTo>
                  <a:lnTo>
                    <a:pt x="9" y="64"/>
                  </a:lnTo>
                  <a:lnTo>
                    <a:pt x="6" y="50"/>
                  </a:lnTo>
                  <a:lnTo>
                    <a:pt x="3" y="32"/>
                  </a:lnTo>
                  <a:lnTo>
                    <a:pt x="3" y="15"/>
                  </a:lnTo>
                  <a:lnTo>
                    <a:pt x="3" y="0"/>
                  </a:lnTo>
                  <a:lnTo>
                    <a:pt x="0" y="0"/>
                  </a:lnTo>
                </a:path>
              </a:pathLst>
            </a:custGeom>
            <a:solidFill>
              <a:srgbClr val="FF941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5"/>
            <p:cNvSpPr/>
            <p:nvPr/>
          </p:nvSpPr>
          <p:spPr>
            <a:xfrm>
              <a:off x="4607" y="3473"/>
              <a:ext cx="650" cy="324"/>
            </a:xfrm>
            <a:custGeom>
              <a:rect b="b" l="l" r="r" t="t"/>
              <a:pathLst>
                <a:path extrusionOk="0" h="324" w="650">
                  <a:moveTo>
                    <a:pt x="0" y="323"/>
                  </a:moveTo>
                  <a:lnTo>
                    <a:pt x="0" y="305"/>
                  </a:lnTo>
                  <a:lnTo>
                    <a:pt x="0" y="289"/>
                  </a:lnTo>
                  <a:lnTo>
                    <a:pt x="3" y="274"/>
                  </a:lnTo>
                  <a:lnTo>
                    <a:pt x="6" y="259"/>
                  </a:lnTo>
                  <a:lnTo>
                    <a:pt x="9" y="242"/>
                  </a:lnTo>
                  <a:lnTo>
                    <a:pt x="15" y="227"/>
                  </a:lnTo>
                  <a:lnTo>
                    <a:pt x="21" y="212"/>
                  </a:lnTo>
                  <a:lnTo>
                    <a:pt x="24" y="198"/>
                  </a:lnTo>
                  <a:lnTo>
                    <a:pt x="32" y="184"/>
                  </a:lnTo>
                  <a:lnTo>
                    <a:pt x="38" y="169"/>
                  </a:lnTo>
                  <a:lnTo>
                    <a:pt x="47" y="157"/>
                  </a:lnTo>
                  <a:lnTo>
                    <a:pt x="55" y="142"/>
                  </a:lnTo>
                  <a:lnTo>
                    <a:pt x="64" y="131"/>
                  </a:lnTo>
                  <a:lnTo>
                    <a:pt x="73" y="117"/>
                  </a:lnTo>
                  <a:lnTo>
                    <a:pt x="82" y="108"/>
                  </a:lnTo>
                  <a:lnTo>
                    <a:pt x="94" y="96"/>
                  </a:lnTo>
                  <a:lnTo>
                    <a:pt x="106" y="84"/>
                  </a:lnTo>
                  <a:lnTo>
                    <a:pt x="117" y="76"/>
                  </a:lnTo>
                  <a:lnTo>
                    <a:pt x="129" y="64"/>
                  </a:lnTo>
                  <a:lnTo>
                    <a:pt x="144" y="55"/>
                  </a:lnTo>
                  <a:lnTo>
                    <a:pt x="156" y="46"/>
                  </a:lnTo>
                  <a:lnTo>
                    <a:pt x="170" y="40"/>
                  </a:lnTo>
                  <a:lnTo>
                    <a:pt x="182" y="32"/>
                  </a:lnTo>
                  <a:lnTo>
                    <a:pt x="196" y="27"/>
                  </a:lnTo>
                  <a:lnTo>
                    <a:pt x="211" y="21"/>
                  </a:lnTo>
                  <a:lnTo>
                    <a:pt x="226" y="15"/>
                  </a:lnTo>
                  <a:lnTo>
                    <a:pt x="244" y="12"/>
                  </a:lnTo>
                  <a:lnTo>
                    <a:pt x="259" y="9"/>
                  </a:lnTo>
                  <a:lnTo>
                    <a:pt x="273" y="6"/>
                  </a:lnTo>
                  <a:lnTo>
                    <a:pt x="290" y="3"/>
                  </a:lnTo>
                  <a:lnTo>
                    <a:pt x="308" y="0"/>
                  </a:lnTo>
                  <a:lnTo>
                    <a:pt x="323" y="0"/>
                  </a:lnTo>
                  <a:lnTo>
                    <a:pt x="341" y="0"/>
                  </a:lnTo>
                  <a:lnTo>
                    <a:pt x="359" y="3"/>
                  </a:lnTo>
                  <a:lnTo>
                    <a:pt x="373" y="6"/>
                  </a:lnTo>
                  <a:lnTo>
                    <a:pt x="387" y="9"/>
                  </a:lnTo>
                  <a:lnTo>
                    <a:pt x="405" y="12"/>
                  </a:lnTo>
                  <a:lnTo>
                    <a:pt x="420" y="15"/>
                  </a:lnTo>
                  <a:lnTo>
                    <a:pt x="435" y="21"/>
                  </a:lnTo>
                  <a:lnTo>
                    <a:pt x="449" y="27"/>
                  </a:lnTo>
                  <a:lnTo>
                    <a:pt x="464" y="32"/>
                  </a:lnTo>
                  <a:lnTo>
                    <a:pt x="479" y="40"/>
                  </a:lnTo>
                  <a:lnTo>
                    <a:pt x="490" y="46"/>
                  </a:lnTo>
                  <a:lnTo>
                    <a:pt x="505" y="55"/>
                  </a:lnTo>
                  <a:lnTo>
                    <a:pt x="517" y="64"/>
                  </a:lnTo>
                  <a:lnTo>
                    <a:pt x="528" y="76"/>
                  </a:lnTo>
                  <a:lnTo>
                    <a:pt x="540" y="84"/>
                  </a:lnTo>
                  <a:lnTo>
                    <a:pt x="552" y="96"/>
                  </a:lnTo>
                  <a:lnTo>
                    <a:pt x="564" y="108"/>
                  </a:lnTo>
                  <a:lnTo>
                    <a:pt x="573" y="117"/>
                  </a:lnTo>
                  <a:lnTo>
                    <a:pt x="585" y="131"/>
                  </a:lnTo>
                  <a:lnTo>
                    <a:pt x="594" y="142"/>
                  </a:lnTo>
                  <a:lnTo>
                    <a:pt x="602" y="157"/>
                  </a:lnTo>
                  <a:lnTo>
                    <a:pt x="608" y="169"/>
                  </a:lnTo>
                  <a:lnTo>
                    <a:pt x="616" y="184"/>
                  </a:lnTo>
                  <a:lnTo>
                    <a:pt x="622" y="198"/>
                  </a:lnTo>
                  <a:lnTo>
                    <a:pt x="628" y="212"/>
                  </a:lnTo>
                  <a:lnTo>
                    <a:pt x="634" y="227"/>
                  </a:lnTo>
                  <a:lnTo>
                    <a:pt x="637" y="242"/>
                  </a:lnTo>
                  <a:lnTo>
                    <a:pt x="640" y="259"/>
                  </a:lnTo>
                  <a:lnTo>
                    <a:pt x="643" y="274"/>
                  </a:lnTo>
                  <a:lnTo>
                    <a:pt x="646" y="289"/>
                  </a:lnTo>
                  <a:lnTo>
                    <a:pt x="646" y="305"/>
                  </a:lnTo>
                  <a:lnTo>
                    <a:pt x="649" y="323"/>
                  </a:lnTo>
                  <a:lnTo>
                    <a:pt x="637" y="323"/>
                  </a:lnTo>
                  <a:lnTo>
                    <a:pt x="637" y="305"/>
                  </a:lnTo>
                  <a:lnTo>
                    <a:pt x="637" y="292"/>
                  </a:lnTo>
                  <a:lnTo>
                    <a:pt x="634" y="274"/>
                  </a:lnTo>
                  <a:lnTo>
                    <a:pt x="631" y="259"/>
                  </a:lnTo>
                  <a:lnTo>
                    <a:pt x="628" y="244"/>
                  </a:lnTo>
                  <a:lnTo>
                    <a:pt x="625" y="230"/>
                  </a:lnTo>
                  <a:lnTo>
                    <a:pt x="619" y="215"/>
                  </a:lnTo>
                  <a:lnTo>
                    <a:pt x="613" y="201"/>
                  </a:lnTo>
                  <a:lnTo>
                    <a:pt x="608" y="187"/>
                  </a:lnTo>
                  <a:lnTo>
                    <a:pt x="599" y="175"/>
                  </a:lnTo>
                  <a:lnTo>
                    <a:pt x="594" y="160"/>
                  </a:lnTo>
                  <a:lnTo>
                    <a:pt x="585" y="148"/>
                  </a:lnTo>
                  <a:lnTo>
                    <a:pt x="576" y="136"/>
                  </a:lnTo>
                  <a:lnTo>
                    <a:pt x="567" y="125"/>
                  </a:lnTo>
                  <a:lnTo>
                    <a:pt x="555" y="114"/>
                  </a:lnTo>
                  <a:lnTo>
                    <a:pt x="546" y="102"/>
                  </a:lnTo>
                  <a:lnTo>
                    <a:pt x="534" y="90"/>
                  </a:lnTo>
                  <a:lnTo>
                    <a:pt x="523" y="81"/>
                  </a:lnTo>
                  <a:lnTo>
                    <a:pt x="511" y="73"/>
                  </a:lnTo>
                  <a:lnTo>
                    <a:pt x="499" y="64"/>
                  </a:lnTo>
                  <a:lnTo>
                    <a:pt x="487" y="55"/>
                  </a:lnTo>
                  <a:lnTo>
                    <a:pt x="473" y="46"/>
                  </a:lnTo>
                  <a:lnTo>
                    <a:pt x="461" y="40"/>
                  </a:lnTo>
                  <a:lnTo>
                    <a:pt x="446" y="35"/>
                  </a:lnTo>
                  <a:lnTo>
                    <a:pt x="432" y="29"/>
                  </a:lnTo>
                  <a:lnTo>
                    <a:pt x="417" y="24"/>
                  </a:lnTo>
                  <a:lnTo>
                    <a:pt x="402" y="21"/>
                  </a:lnTo>
                  <a:lnTo>
                    <a:pt x="387" y="18"/>
                  </a:lnTo>
                  <a:lnTo>
                    <a:pt x="373" y="15"/>
                  </a:lnTo>
                  <a:lnTo>
                    <a:pt x="356" y="12"/>
                  </a:lnTo>
                  <a:lnTo>
                    <a:pt x="341" y="12"/>
                  </a:lnTo>
                  <a:lnTo>
                    <a:pt x="323" y="9"/>
                  </a:lnTo>
                  <a:lnTo>
                    <a:pt x="308" y="12"/>
                  </a:lnTo>
                  <a:lnTo>
                    <a:pt x="290" y="12"/>
                  </a:lnTo>
                  <a:lnTo>
                    <a:pt x="276" y="15"/>
                  </a:lnTo>
                  <a:lnTo>
                    <a:pt x="262" y="18"/>
                  </a:lnTo>
                  <a:lnTo>
                    <a:pt x="244" y="21"/>
                  </a:lnTo>
                  <a:lnTo>
                    <a:pt x="229" y="24"/>
                  </a:lnTo>
                  <a:lnTo>
                    <a:pt x="214" y="29"/>
                  </a:lnTo>
                  <a:lnTo>
                    <a:pt x="202" y="35"/>
                  </a:lnTo>
                  <a:lnTo>
                    <a:pt x="188" y="40"/>
                  </a:lnTo>
                  <a:lnTo>
                    <a:pt x="173" y="46"/>
                  </a:lnTo>
                  <a:lnTo>
                    <a:pt x="162" y="55"/>
                  </a:lnTo>
                  <a:lnTo>
                    <a:pt x="147" y="64"/>
                  </a:lnTo>
                  <a:lnTo>
                    <a:pt x="135" y="73"/>
                  </a:lnTo>
                  <a:lnTo>
                    <a:pt x="123" y="81"/>
                  </a:lnTo>
                  <a:lnTo>
                    <a:pt x="111" y="90"/>
                  </a:lnTo>
                  <a:lnTo>
                    <a:pt x="100" y="102"/>
                  </a:lnTo>
                  <a:lnTo>
                    <a:pt x="91" y="114"/>
                  </a:lnTo>
                  <a:lnTo>
                    <a:pt x="79" y="125"/>
                  </a:lnTo>
                  <a:lnTo>
                    <a:pt x="70" y="136"/>
                  </a:lnTo>
                  <a:lnTo>
                    <a:pt x="61" y="148"/>
                  </a:lnTo>
                  <a:lnTo>
                    <a:pt x="55" y="160"/>
                  </a:lnTo>
                  <a:lnTo>
                    <a:pt x="47" y="175"/>
                  </a:lnTo>
                  <a:lnTo>
                    <a:pt x="41" y="187"/>
                  </a:lnTo>
                  <a:lnTo>
                    <a:pt x="32" y="201"/>
                  </a:lnTo>
                  <a:lnTo>
                    <a:pt x="27" y="215"/>
                  </a:lnTo>
                  <a:lnTo>
                    <a:pt x="24" y="230"/>
                  </a:lnTo>
                  <a:lnTo>
                    <a:pt x="18" y="244"/>
                  </a:lnTo>
                  <a:lnTo>
                    <a:pt x="15" y="259"/>
                  </a:lnTo>
                  <a:lnTo>
                    <a:pt x="12" y="274"/>
                  </a:lnTo>
                  <a:lnTo>
                    <a:pt x="12" y="292"/>
                  </a:lnTo>
                  <a:lnTo>
                    <a:pt x="9" y="305"/>
                  </a:lnTo>
                  <a:lnTo>
                    <a:pt x="9" y="323"/>
                  </a:lnTo>
                  <a:lnTo>
                    <a:pt x="0" y="323"/>
                  </a:lnTo>
                </a:path>
              </a:pathLst>
            </a:custGeom>
            <a:solidFill>
              <a:srgbClr val="FF992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5"/>
            <p:cNvSpPr/>
            <p:nvPr/>
          </p:nvSpPr>
          <p:spPr>
            <a:xfrm>
              <a:off x="4607" y="3802"/>
              <a:ext cx="650" cy="321"/>
            </a:xfrm>
            <a:custGeom>
              <a:rect b="b" l="l" r="r" t="t"/>
              <a:pathLst>
                <a:path extrusionOk="0" h="321" w="650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0" y="32"/>
                  </a:lnTo>
                  <a:lnTo>
                    <a:pt x="3" y="50"/>
                  </a:lnTo>
                  <a:lnTo>
                    <a:pt x="6" y="64"/>
                  </a:lnTo>
                  <a:lnTo>
                    <a:pt x="9" y="79"/>
                  </a:lnTo>
                  <a:lnTo>
                    <a:pt x="15" y="96"/>
                  </a:lnTo>
                  <a:lnTo>
                    <a:pt x="21" y="111"/>
                  </a:lnTo>
                  <a:lnTo>
                    <a:pt x="24" y="126"/>
                  </a:lnTo>
                  <a:lnTo>
                    <a:pt x="32" y="140"/>
                  </a:lnTo>
                  <a:lnTo>
                    <a:pt x="38" y="151"/>
                  </a:lnTo>
                  <a:lnTo>
                    <a:pt x="47" y="166"/>
                  </a:lnTo>
                  <a:lnTo>
                    <a:pt x="55" y="181"/>
                  </a:lnTo>
                  <a:lnTo>
                    <a:pt x="64" y="192"/>
                  </a:lnTo>
                  <a:lnTo>
                    <a:pt x="73" y="204"/>
                  </a:lnTo>
                  <a:lnTo>
                    <a:pt x="82" y="216"/>
                  </a:lnTo>
                  <a:lnTo>
                    <a:pt x="94" y="228"/>
                  </a:lnTo>
                  <a:lnTo>
                    <a:pt x="106" y="239"/>
                  </a:lnTo>
                  <a:lnTo>
                    <a:pt x="117" y="247"/>
                  </a:lnTo>
                  <a:lnTo>
                    <a:pt x="129" y="256"/>
                  </a:lnTo>
                  <a:lnTo>
                    <a:pt x="144" y="265"/>
                  </a:lnTo>
                  <a:lnTo>
                    <a:pt x="156" y="274"/>
                  </a:lnTo>
                  <a:lnTo>
                    <a:pt x="170" y="283"/>
                  </a:lnTo>
                  <a:lnTo>
                    <a:pt x="182" y="289"/>
                  </a:lnTo>
                  <a:lnTo>
                    <a:pt x="196" y="297"/>
                  </a:lnTo>
                  <a:lnTo>
                    <a:pt x="211" y="303"/>
                  </a:lnTo>
                  <a:lnTo>
                    <a:pt x="226" y="306"/>
                  </a:lnTo>
                  <a:lnTo>
                    <a:pt x="244" y="312"/>
                  </a:lnTo>
                  <a:lnTo>
                    <a:pt x="259" y="315"/>
                  </a:lnTo>
                  <a:lnTo>
                    <a:pt x="273" y="317"/>
                  </a:lnTo>
                  <a:lnTo>
                    <a:pt x="290" y="320"/>
                  </a:lnTo>
                  <a:lnTo>
                    <a:pt x="308" y="320"/>
                  </a:lnTo>
                  <a:lnTo>
                    <a:pt x="323" y="320"/>
                  </a:lnTo>
                  <a:lnTo>
                    <a:pt x="341" y="320"/>
                  </a:lnTo>
                  <a:lnTo>
                    <a:pt x="359" y="320"/>
                  </a:lnTo>
                  <a:lnTo>
                    <a:pt x="373" y="317"/>
                  </a:lnTo>
                  <a:lnTo>
                    <a:pt x="387" y="315"/>
                  </a:lnTo>
                  <a:lnTo>
                    <a:pt x="405" y="312"/>
                  </a:lnTo>
                  <a:lnTo>
                    <a:pt x="420" y="306"/>
                  </a:lnTo>
                  <a:lnTo>
                    <a:pt x="435" y="303"/>
                  </a:lnTo>
                  <a:lnTo>
                    <a:pt x="449" y="297"/>
                  </a:lnTo>
                  <a:lnTo>
                    <a:pt x="464" y="289"/>
                  </a:lnTo>
                  <a:lnTo>
                    <a:pt x="479" y="283"/>
                  </a:lnTo>
                  <a:lnTo>
                    <a:pt x="490" y="274"/>
                  </a:lnTo>
                  <a:lnTo>
                    <a:pt x="505" y="265"/>
                  </a:lnTo>
                  <a:lnTo>
                    <a:pt x="517" y="256"/>
                  </a:lnTo>
                  <a:lnTo>
                    <a:pt x="528" y="247"/>
                  </a:lnTo>
                  <a:lnTo>
                    <a:pt x="540" y="239"/>
                  </a:lnTo>
                  <a:lnTo>
                    <a:pt x="552" y="228"/>
                  </a:lnTo>
                  <a:lnTo>
                    <a:pt x="564" y="216"/>
                  </a:lnTo>
                  <a:lnTo>
                    <a:pt x="573" y="204"/>
                  </a:lnTo>
                  <a:lnTo>
                    <a:pt x="585" y="192"/>
                  </a:lnTo>
                  <a:lnTo>
                    <a:pt x="594" y="181"/>
                  </a:lnTo>
                  <a:lnTo>
                    <a:pt x="602" y="166"/>
                  </a:lnTo>
                  <a:lnTo>
                    <a:pt x="608" y="151"/>
                  </a:lnTo>
                  <a:lnTo>
                    <a:pt x="616" y="140"/>
                  </a:lnTo>
                  <a:lnTo>
                    <a:pt x="622" y="126"/>
                  </a:lnTo>
                  <a:lnTo>
                    <a:pt x="628" y="111"/>
                  </a:lnTo>
                  <a:lnTo>
                    <a:pt x="634" y="96"/>
                  </a:lnTo>
                  <a:lnTo>
                    <a:pt x="637" y="79"/>
                  </a:lnTo>
                  <a:lnTo>
                    <a:pt x="640" y="64"/>
                  </a:lnTo>
                  <a:lnTo>
                    <a:pt x="643" y="50"/>
                  </a:lnTo>
                  <a:lnTo>
                    <a:pt x="646" y="32"/>
                  </a:lnTo>
                  <a:lnTo>
                    <a:pt x="646" y="15"/>
                  </a:lnTo>
                  <a:lnTo>
                    <a:pt x="649" y="0"/>
                  </a:lnTo>
                  <a:lnTo>
                    <a:pt x="637" y="0"/>
                  </a:lnTo>
                  <a:lnTo>
                    <a:pt x="637" y="15"/>
                  </a:lnTo>
                  <a:lnTo>
                    <a:pt x="637" y="32"/>
                  </a:lnTo>
                  <a:lnTo>
                    <a:pt x="634" y="47"/>
                  </a:lnTo>
                  <a:lnTo>
                    <a:pt x="631" y="61"/>
                  </a:lnTo>
                  <a:lnTo>
                    <a:pt x="628" y="79"/>
                  </a:lnTo>
                  <a:lnTo>
                    <a:pt x="625" y="93"/>
                  </a:lnTo>
                  <a:lnTo>
                    <a:pt x="619" y="108"/>
                  </a:lnTo>
                  <a:lnTo>
                    <a:pt x="613" y="123"/>
                  </a:lnTo>
                  <a:lnTo>
                    <a:pt x="608" y="134"/>
                  </a:lnTo>
                  <a:lnTo>
                    <a:pt x="599" y="148"/>
                  </a:lnTo>
                  <a:lnTo>
                    <a:pt x="594" y="160"/>
                  </a:lnTo>
                  <a:lnTo>
                    <a:pt x="585" y="175"/>
                  </a:lnTo>
                  <a:lnTo>
                    <a:pt x="576" y="187"/>
                  </a:lnTo>
                  <a:lnTo>
                    <a:pt x="567" y="198"/>
                  </a:lnTo>
                  <a:lnTo>
                    <a:pt x="555" y="210"/>
                  </a:lnTo>
                  <a:lnTo>
                    <a:pt x="546" y="222"/>
                  </a:lnTo>
                  <a:lnTo>
                    <a:pt x="534" y="231"/>
                  </a:lnTo>
                  <a:lnTo>
                    <a:pt x="523" y="241"/>
                  </a:lnTo>
                  <a:lnTo>
                    <a:pt x="511" y="250"/>
                  </a:lnTo>
                  <a:lnTo>
                    <a:pt x="499" y="259"/>
                  </a:lnTo>
                  <a:lnTo>
                    <a:pt x="487" y="268"/>
                  </a:lnTo>
                  <a:lnTo>
                    <a:pt x="473" y="274"/>
                  </a:lnTo>
                  <a:lnTo>
                    <a:pt x="461" y="283"/>
                  </a:lnTo>
                  <a:lnTo>
                    <a:pt x="446" y="289"/>
                  </a:lnTo>
                  <a:lnTo>
                    <a:pt x="432" y="294"/>
                  </a:lnTo>
                  <a:lnTo>
                    <a:pt x="417" y="297"/>
                  </a:lnTo>
                  <a:lnTo>
                    <a:pt x="402" y="303"/>
                  </a:lnTo>
                  <a:lnTo>
                    <a:pt x="387" y="306"/>
                  </a:lnTo>
                  <a:lnTo>
                    <a:pt x="373" y="309"/>
                  </a:lnTo>
                  <a:lnTo>
                    <a:pt x="356" y="312"/>
                  </a:lnTo>
                  <a:lnTo>
                    <a:pt x="341" y="312"/>
                  </a:lnTo>
                  <a:lnTo>
                    <a:pt x="323" y="312"/>
                  </a:lnTo>
                  <a:lnTo>
                    <a:pt x="308" y="312"/>
                  </a:lnTo>
                  <a:lnTo>
                    <a:pt x="290" y="312"/>
                  </a:lnTo>
                  <a:lnTo>
                    <a:pt x="276" y="309"/>
                  </a:lnTo>
                  <a:lnTo>
                    <a:pt x="262" y="306"/>
                  </a:lnTo>
                  <a:lnTo>
                    <a:pt x="244" y="303"/>
                  </a:lnTo>
                  <a:lnTo>
                    <a:pt x="229" y="297"/>
                  </a:lnTo>
                  <a:lnTo>
                    <a:pt x="214" y="294"/>
                  </a:lnTo>
                  <a:lnTo>
                    <a:pt x="202" y="289"/>
                  </a:lnTo>
                  <a:lnTo>
                    <a:pt x="188" y="283"/>
                  </a:lnTo>
                  <a:lnTo>
                    <a:pt x="173" y="274"/>
                  </a:lnTo>
                  <a:lnTo>
                    <a:pt x="162" y="268"/>
                  </a:lnTo>
                  <a:lnTo>
                    <a:pt x="147" y="259"/>
                  </a:lnTo>
                  <a:lnTo>
                    <a:pt x="135" y="250"/>
                  </a:lnTo>
                  <a:lnTo>
                    <a:pt x="123" y="241"/>
                  </a:lnTo>
                  <a:lnTo>
                    <a:pt x="111" y="231"/>
                  </a:lnTo>
                  <a:lnTo>
                    <a:pt x="100" y="222"/>
                  </a:lnTo>
                  <a:lnTo>
                    <a:pt x="91" y="210"/>
                  </a:lnTo>
                  <a:lnTo>
                    <a:pt x="79" y="198"/>
                  </a:lnTo>
                  <a:lnTo>
                    <a:pt x="70" y="187"/>
                  </a:lnTo>
                  <a:lnTo>
                    <a:pt x="61" y="175"/>
                  </a:lnTo>
                  <a:lnTo>
                    <a:pt x="55" y="160"/>
                  </a:lnTo>
                  <a:lnTo>
                    <a:pt x="47" y="148"/>
                  </a:lnTo>
                  <a:lnTo>
                    <a:pt x="41" y="134"/>
                  </a:lnTo>
                  <a:lnTo>
                    <a:pt x="32" y="123"/>
                  </a:lnTo>
                  <a:lnTo>
                    <a:pt x="27" y="108"/>
                  </a:lnTo>
                  <a:lnTo>
                    <a:pt x="24" y="93"/>
                  </a:lnTo>
                  <a:lnTo>
                    <a:pt x="18" y="79"/>
                  </a:lnTo>
                  <a:lnTo>
                    <a:pt x="15" y="61"/>
                  </a:lnTo>
                  <a:lnTo>
                    <a:pt x="12" y="47"/>
                  </a:lnTo>
                  <a:lnTo>
                    <a:pt x="12" y="32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92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5"/>
            <p:cNvSpPr/>
            <p:nvPr/>
          </p:nvSpPr>
          <p:spPr>
            <a:xfrm>
              <a:off x="4616" y="3482"/>
              <a:ext cx="629" cy="315"/>
            </a:xfrm>
            <a:custGeom>
              <a:rect b="b" l="l" r="r" t="t"/>
              <a:pathLst>
                <a:path extrusionOk="0" h="315" w="629">
                  <a:moveTo>
                    <a:pt x="0" y="314"/>
                  </a:moveTo>
                  <a:lnTo>
                    <a:pt x="0" y="296"/>
                  </a:lnTo>
                  <a:lnTo>
                    <a:pt x="3" y="283"/>
                  </a:lnTo>
                  <a:lnTo>
                    <a:pt x="3" y="265"/>
                  </a:lnTo>
                  <a:lnTo>
                    <a:pt x="6" y="250"/>
                  </a:lnTo>
                  <a:lnTo>
                    <a:pt x="9" y="236"/>
                  </a:lnTo>
                  <a:lnTo>
                    <a:pt x="15" y="221"/>
                  </a:lnTo>
                  <a:lnTo>
                    <a:pt x="18" y="206"/>
                  </a:lnTo>
                  <a:lnTo>
                    <a:pt x="23" y="192"/>
                  </a:lnTo>
                  <a:lnTo>
                    <a:pt x="32" y="178"/>
                  </a:lnTo>
                  <a:lnTo>
                    <a:pt x="38" y="166"/>
                  </a:lnTo>
                  <a:lnTo>
                    <a:pt x="47" y="151"/>
                  </a:lnTo>
                  <a:lnTo>
                    <a:pt x="52" y="139"/>
                  </a:lnTo>
                  <a:lnTo>
                    <a:pt x="61" y="128"/>
                  </a:lnTo>
                  <a:lnTo>
                    <a:pt x="70" y="116"/>
                  </a:lnTo>
                  <a:lnTo>
                    <a:pt x="82" y="105"/>
                  </a:lnTo>
                  <a:lnTo>
                    <a:pt x="91" y="93"/>
                  </a:lnTo>
                  <a:lnTo>
                    <a:pt x="102" y="81"/>
                  </a:lnTo>
                  <a:lnTo>
                    <a:pt x="114" y="73"/>
                  </a:lnTo>
                  <a:lnTo>
                    <a:pt x="126" y="64"/>
                  </a:lnTo>
                  <a:lnTo>
                    <a:pt x="138" y="55"/>
                  </a:lnTo>
                  <a:lnTo>
                    <a:pt x="153" y="46"/>
                  </a:lnTo>
                  <a:lnTo>
                    <a:pt x="164" y="37"/>
                  </a:lnTo>
                  <a:lnTo>
                    <a:pt x="179" y="31"/>
                  </a:lnTo>
                  <a:lnTo>
                    <a:pt x="193" y="26"/>
                  </a:lnTo>
                  <a:lnTo>
                    <a:pt x="205" y="21"/>
                  </a:lnTo>
                  <a:lnTo>
                    <a:pt x="220" y="15"/>
                  </a:lnTo>
                  <a:lnTo>
                    <a:pt x="235" y="12"/>
                  </a:lnTo>
                  <a:lnTo>
                    <a:pt x="253" y="9"/>
                  </a:lnTo>
                  <a:lnTo>
                    <a:pt x="267" y="6"/>
                  </a:lnTo>
                  <a:lnTo>
                    <a:pt x="281" y="3"/>
                  </a:lnTo>
                  <a:lnTo>
                    <a:pt x="299" y="3"/>
                  </a:lnTo>
                  <a:lnTo>
                    <a:pt x="314" y="0"/>
                  </a:lnTo>
                  <a:lnTo>
                    <a:pt x="332" y="3"/>
                  </a:lnTo>
                  <a:lnTo>
                    <a:pt x="347" y="3"/>
                  </a:lnTo>
                  <a:lnTo>
                    <a:pt x="364" y="6"/>
                  </a:lnTo>
                  <a:lnTo>
                    <a:pt x="378" y="9"/>
                  </a:lnTo>
                  <a:lnTo>
                    <a:pt x="393" y="12"/>
                  </a:lnTo>
                  <a:lnTo>
                    <a:pt x="408" y="15"/>
                  </a:lnTo>
                  <a:lnTo>
                    <a:pt x="423" y="21"/>
                  </a:lnTo>
                  <a:lnTo>
                    <a:pt x="437" y="26"/>
                  </a:lnTo>
                  <a:lnTo>
                    <a:pt x="452" y="31"/>
                  </a:lnTo>
                  <a:lnTo>
                    <a:pt x="464" y="37"/>
                  </a:lnTo>
                  <a:lnTo>
                    <a:pt x="478" y="46"/>
                  </a:lnTo>
                  <a:lnTo>
                    <a:pt x="490" y="55"/>
                  </a:lnTo>
                  <a:lnTo>
                    <a:pt x="502" y="64"/>
                  </a:lnTo>
                  <a:lnTo>
                    <a:pt x="514" y="73"/>
                  </a:lnTo>
                  <a:lnTo>
                    <a:pt x="525" y="81"/>
                  </a:lnTo>
                  <a:lnTo>
                    <a:pt x="537" y="93"/>
                  </a:lnTo>
                  <a:lnTo>
                    <a:pt x="546" y="105"/>
                  </a:lnTo>
                  <a:lnTo>
                    <a:pt x="558" y="116"/>
                  </a:lnTo>
                  <a:lnTo>
                    <a:pt x="567" y="128"/>
                  </a:lnTo>
                  <a:lnTo>
                    <a:pt x="576" y="139"/>
                  </a:lnTo>
                  <a:lnTo>
                    <a:pt x="584" y="151"/>
                  </a:lnTo>
                  <a:lnTo>
                    <a:pt x="590" y="166"/>
                  </a:lnTo>
                  <a:lnTo>
                    <a:pt x="599" y="178"/>
                  </a:lnTo>
                  <a:lnTo>
                    <a:pt x="604" y="192"/>
                  </a:lnTo>
                  <a:lnTo>
                    <a:pt x="610" y="206"/>
                  </a:lnTo>
                  <a:lnTo>
                    <a:pt x="616" y="221"/>
                  </a:lnTo>
                  <a:lnTo>
                    <a:pt x="619" y="236"/>
                  </a:lnTo>
                  <a:lnTo>
                    <a:pt x="622" y="250"/>
                  </a:lnTo>
                  <a:lnTo>
                    <a:pt x="625" y="265"/>
                  </a:lnTo>
                  <a:lnTo>
                    <a:pt x="628" y="283"/>
                  </a:lnTo>
                  <a:lnTo>
                    <a:pt x="628" y="296"/>
                  </a:lnTo>
                  <a:lnTo>
                    <a:pt x="628" y="314"/>
                  </a:lnTo>
                  <a:lnTo>
                    <a:pt x="619" y="314"/>
                  </a:lnTo>
                  <a:lnTo>
                    <a:pt x="619" y="296"/>
                  </a:lnTo>
                  <a:lnTo>
                    <a:pt x="619" y="283"/>
                  </a:lnTo>
                  <a:lnTo>
                    <a:pt x="616" y="268"/>
                  </a:lnTo>
                  <a:lnTo>
                    <a:pt x="613" y="253"/>
                  </a:lnTo>
                  <a:lnTo>
                    <a:pt x="610" y="238"/>
                  </a:lnTo>
                  <a:lnTo>
                    <a:pt x="607" y="224"/>
                  </a:lnTo>
                  <a:lnTo>
                    <a:pt x="602" y="209"/>
                  </a:lnTo>
                  <a:lnTo>
                    <a:pt x="596" y="195"/>
                  </a:lnTo>
                  <a:lnTo>
                    <a:pt x="590" y="183"/>
                  </a:lnTo>
                  <a:lnTo>
                    <a:pt x="584" y="169"/>
                  </a:lnTo>
                  <a:lnTo>
                    <a:pt x="576" y="157"/>
                  </a:lnTo>
                  <a:lnTo>
                    <a:pt x="567" y="145"/>
                  </a:lnTo>
                  <a:lnTo>
                    <a:pt x="561" y="131"/>
                  </a:lnTo>
                  <a:lnTo>
                    <a:pt x="549" y="122"/>
                  </a:lnTo>
                  <a:lnTo>
                    <a:pt x="540" y="111"/>
                  </a:lnTo>
                  <a:lnTo>
                    <a:pt x="531" y="99"/>
                  </a:lnTo>
                  <a:lnTo>
                    <a:pt x="519" y="90"/>
                  </a:lnTo>
                  <a:lnTo>
                    <a:pt x="508" y="79"/>
                  </a:lnTo>
                  <a:lnTo>
                    <a:pt x="496" y="70"/>
                  </a:lnTo>
                  <a:lnTo>
                    <a:pt x="484" y="61"/>
                  </a:lnTo>
                  <a:lnTo>
                    <a:pt x="472" y="55"/>
                  </a:lnTo>
                  <a:lnTo>
                    <a:pt x="461" y="46"/>
                  </a:lnTo>
                  <a:lnTo>
                    <a:pt x="446" y="40"/>
                  </a:lnTo>
                  <a:lnTo>
                    <a:pt x="435" y="34"/>
                  </a:lnTo>
                  <a:lnTo>
                    <a:pt x="420" y="28"/>
                  </a:lnTo>
                  <a:lnTo>
                    <a:pt x="405" y="24"/>
                  </a:lnTo>
                  <a:lnTo>
                    <a:pt x="390" y="21"/>
                  </a:lnTo>
                  <a:lnTo>
                    <a:pt x="375" y="18"/>
                  </a:lnTo>
                  <a:lnTo>
                    <a:pt x="361" y="15"/>
                  </a:lnTo>
                  <a:lnTo>
                    <a:pt x="347" y="12"/>
                  </a:lnTo>
                  <a:lnTo>
                    <a:pt x="332" y="12"/>
                  </a:lnTo>
                  <a:lnTo>
                    <a:pt x="314" y="12"/>
                  </a:lnTo>
                  <a:lnTo>
                    <a:pt x="299" y="12"/>
                  </a:lnTo>
                  <a:lnTo>
                    <a:pt x="284" y="12"/>
                  </a:lnTo>
                  <a:lnTo>
                    <a:pt x="267" y="15"/>
                  </a:lnTo>
                  <a:lnTo>
                    <a:pt x="253" y="18"/>
                  </a:lnTo>
                  <a:lnTo>
                    <a:pt x="238" y="21"/>
                  </a:lnTo>
                  <a:lnTo>
                    <a:pt x="223" y="24"/>
                  </a:lnTo>
                  <a:lnTo>
                    <a:pt x="211" y="28"/>
                  </a:lnTo>
                  <a:lnTo>
                    <a:pt x="196" y="34"/>
                  </a:lnTo>
                  <a:lnTo>
                    <a:pt x="182" y="40"/>
                  </a:lnTo>
                  <a:lnTo>
                    <a:pt x="170" y="46"/>
                  </a:lnTo>
                  <a:lnTo>
                    <a:pt x="156" y="55"/>
                  </a:lnTo>
                  <a:lnTo>
                    <a:pt x="144" y="61"/>
                  </a:lnTo>
                  <a:lnTo>
                    <a:pt x="132" y="70"/>
                  </a:lnTo>
                  <a:lnTo>
                    <a:pt x="120" y="79"/>
                  </a:lnTo>
                  <a:lnTo>
                    <a:pt x="108" y="90"/>
                  </a:lnTo>
                  <a:lnTo>
                    <a:pt x="100" y="99"/>
                  </a:lnTo>
                  <a:lnTo>
                    <a:pt x="88" y="111"/>
                  </a:lnTo>
                  <a:lnTo>
                    <a:pt x="79" y="122"/>
                  </a:lnTo>
                  <a:lnTo>
                    <a:pt x="70" y="131"/>
                  </a:lnTo>
                  <a:lnTo>
                    <a:pt x="61" y="145"/>
                  </a:lnTo>
                  <a:lnTo>
                    <a:pt x="52" y="157"/>
                  </a:lnTo>
                  <a:lnTo>
                    <a:pt x="47" y="169"/>
                  </a:lnTo>
                  <a:lnTo>
                    <a:pt x="38" y="183"/>
                  </a:lnTo>
                  <a:lnTo>
                    <a:pt x="32" y="195"/>
                  </a:lnTo>
                  <a:lnTo>
                    <a:pt x="26" y="209"/>
                  </a:lnTo>
                  <a:lnTo>
                    <a:pt x="23" y="224"/>
                  </a:lnTo>
                  <a:lnTo>
                    <a:pt x="18" y="238"/>
                  </a:lnTo>
                  <a:lnTo>
                    <a:pt x="15" y="253"/>
                  </a:lnTo>
                  <a:lnTo>
                    <a:pt x="12" y="268"/>
                  </a:lnTo>
                  <a:lnTo>
                    <a:pt x="12" y="283"/>
                  </a:lnTo>
                  <a:lnTo>
                    <a:pt x="9" y="296"/>
                  </a:lnTo>
                  <a:lnTo>
                    <a:pt x="9" y="314"/>
                  </a:lnTo>
                  <a:lnTo>
                    <a:pt x="0" y="314"/>
                  </a:lnTo>
                </a:path>
              </a:pathLst>
            </a:custGeom>
            <a:solidFill>
              <a:srgbClr val="FF992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5"/>
            <p:cNvSpPr/>
            <p:nvPr/>
          </p:nvSpPr>
          <p:spPr>
            <a:xfrm>
              <a:off x="4616" y="3802"/>
              <a:ext cx="629" cy="313"/>
            </a:xfrm>
            <a:custGeom>
              <a:rect b="b" l="l" r="r" t="t"/>
              <a:pathLst>
                <a:path extrusionOk="0" h="313" w="629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3" y="32"/>
                  </a:lnTo>
                  <a:lnTo>
                    <a:pt x="3" y="47"/>
                  </a:lnTo>
                  <a:lnTo>
                    <a:pt x="6" y="61"/>
                  </a:lnTo>
                  <a:lnTo>
                    <a:pt x="9" y="78"/>
                  </a:lnTo>
                  <a:lnTo>
                    <a:pt x="15" y="93"/>
                  </a:lnTo>
                  <a:lnTo>
                    <a:pt x="18" y="108"/>
                  </a:lnTo>
                  <a:lnTo>
                    <a:pt x="23" y="123"/>
                  </a:lnTo>
                  <a:lnTo>
                    <a:pt x="32" y="134"/>
                  </a:lnTo>
                  <a:lnTo>
                    <a:pt x="38" y="148"/>
                  </a:lnTo>
                  <a:lnTo>
                    <a:pt x="47" y="160"/>
                  </a:lnTo>
                  <a:lnTo>
                    <a:pt x="52" y="175"/>
                  </a:lnTo>
                  <a:lnTo>
                    <a:pt x="61" y="186"/>
                  </a:lnTo>
                  <a:lnTo>
                    <a:pt x="70" y="198"/>
                  </a:lnTo>
                  <a:lnTo>
                    <a:pt x="82" y="210"/>
                  </a:lnTo>
                  <a:lnTo>
                    <a:pt x="91" y="222"/>
                  </a:lnTo>
                  <a:lnTo>
                    <a:pt x="102" y="231"/>
                  </a:lnTo>
                  <a:lnTo>
                    <a:pt x="114" y="241"/>
                  </a:lnTo>
                  <a:lnTo>
                    <a:pt x="126" y="250"/>
                  </a:lnTo>
                  <a:lnTo>
                    <a:pt x="138" y="259"/>
                  </a:lnTo>
                  <a:lnTo>
                    <a:pt x="153" y="268"/>
                  </a:lnTo>
                  <a:lnTo>
                    <a:pt x="164" y="274"/>
                  </a:lnTo>
                  <a:lnTo>
                    <a:pt x="179" y="283"/>
                  </a:lnTo>
                  <a:lnTo>
                    <a:pt x="193" y="288"/>
                  </a:lnTo>
                  <a:lnTo>
                    <a:pt x="205" y="294"/>
                  </a:lnTo>
                  <a:lnTo>
                    <a:pt x="220" y="297"/>
                  </a:lnTo>
                  <a:lnTo>
                    <a:pt x="235" y="303"/>
                  </a:lnTo>
                  <a:lnTo>
                    <a:pt x="253" y="306"/>
                  </a:lnTo>
                  <a:lnTo>
                    <a:pt x="267" y="309"/>
                  </a:lnTo>
                  <a:lnTo>
                    <a:pt x="281" y="312"/>
                  </a:lnTo>
                  <a:lnTo>
                    <a:pt x="299" y="312"/>
                  </a:lnTo>
                  <a:lnTo>
                    <a:pt x="314" y="312"/>
                  </a:lnTo>
                  <a:lnTo>
                    <a:pt x="332" y="312"/>
                  </a:lnTo>
                  <a:lnTo>
                    <a:pt x="347" y="312"/>
                  </a:lnTo>
                  <a:lnTo>
                    <a:pt x="364" y="309"/>
                  </a:lnTo>
                  <a:lnTo>
                    <a:pt x="378" y="306"/>
                  </a:lnTo>
                  <a:lnTo>
                    <a:pt x="393" y="303"/>
                  </a:lnTo>
                  <a:lnTo>
                    <a:pt x="408" y="297"/>
                  </a:lnTo>
                  <a:lnTo>
                    <a:pt x="423" y="294"/>
                  </a:lnTo>
                  <a:lnTo>
                    <a:pt x="437" y="288"/>
                  </a:lnTo>
                  <a:lnTo>
                    <a:pt x="452" y="283"/>
                  </a:lnTo>
                  <a:lnTo>
                    <a:pt x="464" y="274"/>
                  </a:lnTo>
                  <a:lnTo>
                    <a:pt x="478" y="268"/>
                  </a:lnTo>
                  <a:lnTo>
                    <a:pt x="490" y="259"/>
                  </a:lnTo>
                  <a:lnTo>
                    <a:pt x="502" y="250"/>
                  </a:lnTo>
                  <a:lnTo>
                    <a:pt x="514" y="241"/>
                  </a:lnTo>
                  <a:lnTo>
                    <a:pt x="525" y="231"/>
                  </a:lnTo>
                  <a:lnTo>
                    <a:pt x="537" y="222"/>
                  </a:lnTo>
                  <a:lnTo>
                    <a:pt x="546" y="210"/>
                  </a:lnTo>
                  <a:lnTo>
                    <a:pt x="558" y="198"/>
                  </a:lnTo>
                  <a:lnTo>
                    <a:pt x="567" y="186"/>
                  </a:lnTo>
                  <a:lnTo>
                    <a:pt x="576" y="175"/>
                  </a:lnTo>
                  <a:lnTo>
                    <a:pt x="584" y="160"/>
                  </a:lnTo>
                  <a:lnTo>
                    <a:pt x="590" y="148"/>
                  </a:lnTo>
                  <a:lnTo>
                    <a:pt x="599" y="134"/>
                  </a:lnTo>
                  <a:lnTo>
                    <a:pt x="604" y="123"/>
                  </a:lnTo>
                  <a:lnTo>
                    <a:pt x="610" y="108"/>
                  </a:lnTo>
                  <a:lnTo>
                    <a:pt x="616" y="93"/>
                  </a:lnTo>
                  <a:lnTo>
                    <a:pt x="619" y="78"/>
                  </a:lnTo>
                  <a:lnTo>
                    <a:pt x="622" y="61"/>
                  </a:lnTo>
                  <a:lnTo>
                    <a:pt x="625" y="47"/>
                  </a:lnTo>
                  <a:lnTo>
                    <a:pt x="628" y="32"/>
                  </a:lnTo>
                  <a:lnTo>
                    <a:pt x="628" y="15"/>
                  </a:lnTo>
                  <a:lnTo>
                    <a:pt x="628" y="0"/>
                  </a:lnTo>
                  <a:lnTo>
                    <a:pt x="619" y="0"/>
                  </a:lnTo>
                  <a:lnTo>
                    <a:pt x="619" y="15"/>
                  </a:lnTo>
                  <a:lnTo>
                    <a:pt x="619" y="29"/>
                  </a:lnTo>
                  <a:lnTo>
                    <a:pt x="616" y="47"/>
                  </a:lnTo>
                  <a:lnTo>
                    <a:pt x="613" y="61"/>
                  </a:lnTo>
                  <a:lnTo>
                    <a:pt x="610" y="76"/>
                  </a:lnTo>
                  <a:lnTo>
                    <a:pt x="607" y="90"/>
                  </a:lnTo>
                  <a:lnTo>
                    <a:pt x="602" y="105"/>
                  </a:lnTo>
                  <a:lnTo>
                    <a:pt x="596" y="117"/>
                  </a:lnTo>
                  <a:lnTo>
                    <a:pt x="590" y="131"/>
                  </a:lnTo>
                  <a:lnTo>
                    <a:pt x="584" y="143"/>
                  </a:lnTo>
                  <a:lnTo>
                    <a:pt x="576" y="157"/>
                  </a:lnTo>
                  <a:lnTo>
                    <a:pt x="567" y="169"/>
                  </a:lnTo>
                  <a:lnTo>
                    <a:pt x="561" y="181"/>
                  </a:lnTo>
                  <a:lnTo>
                    <a:pt x="549" y="192"/>
                  </a:lnTo>
                  <a:lnTo>
                    <a:pt x="540" y="204"/>
                  </a:lnTo>
                  <a:lnTo>
                    <a:pt x="531" y="213"/>
                  </a:lnTo>
                  <a:lnTo>
                    <a:pt x="519" y="225"/>
                  </a:lnTo>
                  <a:lnTo>
                    <a:pt x="508" y="233"/>
                  </a:lnTo>
                  <a:lnTo>
                    <a:pt x="496" y="241"/>
                  </a:lnTo>
                  <a:lnTo>
                    <a:pt x="484" y="250"/>
                  </a:lnTo>
                  <a:lnTo>
                    <a:pt x="472" y="259"/>
                  </a:lnTo>
                  <a:lnTo>
                    <a:pt x="461" y="265"/>
                  </a:lnTo>
                  <a:lnTo>
                    <a:pt x="446" y="274"/>
                  </a:lnTo>
                  <a:lnTo>
                    <a:pt x="435" y="280"/>
                  </a:lnTo>
                  <a:lnTo>
                    <a:pt x="420" y="286"/>
                  </a:lnTo>
                  <a:lnTo>
                    <a:pt x="405" y="288"/>
                  </a:lnTo>
                  <a:lnTo>
                    <a:pt x="390" y="294"/>
                  </a:lnTo>
                  <a:lnTo>
                    <a:pt x="375" y="297"/>
                  </a:lnTo>
                  <a:lnTo>
                    <a:pt x="361" y="300"/>
                  </a:lnTo>
                  <a:lnTo>
                    <a:pt x="347" y="303"/>
                  </a:lnTo>
                  <a:lnTo>
                    <a:pt x="332" y="303"/>
                  </a:lnTo>
                  <a:lnTo>
                    <a:pt x="314" y="303"/>
                  </a:lnTo>
                  <a:lnTo>
                    <a:pt x="299" y="303"/>
                  </a:lnTo>
                  <a:lnTo>
                    <a:pt x="284" y="303"/>
                  </a:lnTo>
                  <a:lnTo>
                    <a:pt x="267" y="300"/>
                  </a:lnTo>
                  <a:lnTo>
                    <a:pt x="253" y="297"/>
                  </a:lnTo>
                  <a:lnTo>
                    <a:pt x="238" y="294"/>
                  </a:lnTo>
                  <a:lnTo>
                    <a:pt x="223" y="288"/>
                  </a:lnTo>
                  <a:lnTo>
                    <a:pt x="211" y="286"/>
                  </a:lnTo>
                  <a:lnTo>
                    <a:pt x="196" y="280"/>
                  </a:lnTo>
                  <a:lnTo>
                    <a:pt x="182" y="274"/>
                  </a:lnTo>
                  <a:lnTo>
                    <a:pt x="170" y="265"/>
                  </a:lnTo>
                  <a:lnTo>
                    <a:pt x="156" y="259"/>
                  </a:lnTo>
                  <a:lnTo>
                    <a:pt x="144" y="250"/>
                  </a:lnTo>
                  <a:lnTo>
                    <a:pt x="132" y="241"/>
                  </a:lnTo>
                  <a:lnTo>
                    <a:pt x="120" y="233"/>
                  </a:lnTo>
                  <a:lnTo>
                    <a:pt x="108" y="225"/>
                  </a:lnTo>
                  <a:lnTo>
                    <a:pt x="100" y="213"/>
                  </a:lnTo>
                  <a:lnTo>
                    <a:pt x="88" y="204"/>
                  </a:lnTo>
                  <a:lnTo>
                    <a:pt x="79" y="192"/>
                  </a:lnTo>
                  <a:lnTo>
                    <a:pt x="70" y="181"/>
                  </a:lnTo>
                  <a:lnTo>
                    <a:pt x="61" y="169"/>
                  </a:lnTo>
                  <a:lnTo>
                    <a:pt x="52" y="157"/>
                  </a:lnTo>
                  <a:lnTo>
                    <a:pt x="47" y="143"/>
                  </a:lnTo>
                  <a:lnTo>
                    <a:pt x="38" y="131"/>
                  </a:lnTo>
                  <a:lnTo>
                    <a:pt x="32" y="117"/>
                  </a:lnTo>
                  <a:lnTo>
                    <a:pt x="26" y="105"/>
                  </a:lnTo>
                  <a:lnTo>
                    <a:pt x="23" y="90"/>
                  </a:lnTo>
                  <a:lnTo>
                    <a:pt x="18" y="76"/>
                  </a:lnTo>
                  <a:lnTo>
                    <a:pt x="15" y="61"/>
                  </a:lnTo>
                  <a:lnTo>
                    <a:pt x="12" y="47"/>
                  </a:lnTo>
                  <a:lnTo>
                    <a:pt x="12" y="29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92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5"/>
            <p:cNvSpPr/>
            <p:nvPr/>
          </p:nvSpPr>
          <p:spPr>
            <a:xfrm>
              <a:off x="4625" y="3494"/>
              <a:ext cx="611" cy="303"/>
            </a:xfrm>
            <a:custGeom>
              <a:rect b="b" l="l" r="r" t="t"/>
              <a:pathLst>
                <a:path extrusionOk="0" h="303" w="611">
                  <a:moveTo>
                    <a:pt x="0" y="302"/>
                  </a:moveTo>
                  <a:lnTo>
                    <a:pt x="0" y="284"/>
                  </a:lnTo>
                  <a:lnTo>
                    <a:pt x="3" y="271"/>
                  </a:lnTo>
                  <a:lnTo>
                    <a:pt x="3" y="256"/>
                  </a:lnTo>
                  <a:lnTo>
                    <a:pt x="6" y="241"/>
                  </a:lnTo>
                  <a:lnTo>
                    <a:pt x="9" y="227"/>
                  </a:lnTo>
                  <a:lnTo>
                    <a:pt x="14" y="212"/>
                  </a:lnTo>
                  <a:lnTo>
                    <a:pt x="17" y="197"/>
                  </a:lnTo>
                  <a:lnTo>
                    <a:pt x="23" y="183"/>
                  </a:lnTo>
                  <a:lnTo>
                    <a:pt x="29" y="172"/>
                  </a:lnTo>
                  <a:lnTo>
                    <a:pt x="38" y="157"/>
                  </a:lnTo>
                  <a:lnTo>
                    <a:pt x="44" y="145"/>
                  </a:lnTo>
                  <a:lnTo>
                    <a:pt x="52" y="133"/>
                  </a:lnTo>
                  <a:lnTo>
                    <a:pt x="61" y="119"/>
                  </a:lnTo>
                  <a:lnTo>
                    <a:pt x="70" y="110"/>
                  </a:lnTo>
                  <a:lnTo>
                    <a:pt x="79" y="99"/>
                  </a:lnTo>
                  <a:lnTo>
                    <a:pt x="91" y="87"/>
                  </a:lnTo>
                  <a:lnTo>
                    <a:pt x="99" y="78"/>
                  </a:lnTo>
                  <a:lnTo>
                    <a:pt x="111" y="67"/>
                  </a:lnTo>
                  <a:lnTo>
                    <a:pt x="123" y="58"/>
                  </a:lnTo>
                  <a:lnTo>
                    <a:pt x="135" y="49"/>
                  </a:lnTo>
                  <a:lnTo>
                    <a:pt x="147" y="43"/>
                  </a:lnTo>
                  <a:lnTo>
                    <a:pt x="161" y="34"/>
                  </a:lnTo>
                  <a:lnTo>
                    <a:pt x="173" y="28"/>
                  </a:lnTo>
                  <a:lnTo>
                    <a:pt x="187" y="23"/>
                  </a:lnTo>
                  <a:lnTo>
                    <a:pt x="202" y="17"/>
                  </a:lnTo>
                  <a:lnTo>
                    <a:pt x="214" y="12"/>
                  </a:lnTo>
                  <a:lnTo>
                    <a:pt x="229" y="9"/>
                  </a:lnTo>
                  <a:lnTo>
                    <a:pt x="244" y="6"/>
                  </a:lnTo>
                  <a:lnTo>
                    <a:pt x="258" y="3"/>
                  </a:lnTo>
                  <a:lnTo>
                    <a:pt x="275" y="0"/>
                  </a:lnTo>
                  <a:lnTo>
                    <a:pt x="290" y="0"/>
                  </a:lnTo>
                  <a:lnTo>
                    <a:pt x="305" y="0"/>
                  </a:lnTo>
                  <a:lnTo>
                    <a:pt x="323" y="0"/>
                  </a:lnTo>
                  <a:lnTo>
                    <a:pt x="338" y="0"/>
                  </a:lnTo>
                  <a:lnTo>
                    <a:pt x="352" y="3"/>
                  </a:lnTo>
                  <a:lnTo>
                    <a:pt x="366" y="6"/>
                  </a:lnTo>
                  <a:lnTo>
                    <a:pt x="381" y="9"/>
                  </a:lnTo>
                  <a:lnTo>
                    <a:pt x="396" y="12"/>
                  </a:lnTo>
                  <a:lnTo>
                    <a:pt x="411" y="17"/>
                  </a:lnTo>
                  <a:lnTo>
                    <a:pt x="426" y="23"/>
                  </a:lnTo>
                  <a:lnTo>
                    <a:pt x="437" y="28"/>
                  </a:lnTo>
                  <a:lnTo>
                    <a:pt x="452" y="34"/>
                  </a:lnTo>
                  <a:lnTo>
                    <a:pt x="463" y="43"/>
                  </a:lnTo>
                  <a:lnTo>
                    <a:pt x="475" y="49"/>
                  </a:lnTo>
                  <a:lnTo>
                    <a:pt x="487" y="58"/>
                  </a:lnTo>
                  <a:lnTo>
                    <a:pt x="499" y="67"/>
                  </a:lnTo>
                  <a:lnTo>
                    <a:pt x="510" y="78"/>
                  </a:lnTo>
                  <a:lnTo>
                    <a:pt x="522" y="87"/>
                  </a:lnTo>
                  <a:lnTo>
                    <a:pt x="531" y="99"/>
                  </a:lnTo>
                  <a:lnTo>
                    <a:pt x="540" y="110"/>
                  </a:lnTo>
                  <a:lnTo>
                    <a:pt x="552" y="119"/>
                  </a:lnTo>
                  <a:lnTo>
                    <a:pt x="558" y="133"/>
                  </a:lnTo>
                  <a:lnTo>
                    <a:pt x="566" y="145"/>
                  </a:lnTo>
                  <a:lnTo>
                    <a:pt x="575" y="157"/>
                  </a:lnTo>
                  <a:lnTo>
                    <a:pt x="581" y="172"/>
                  </a:lnTo>
                  <a:lnTo>
                    <a:pt x="587" y="183"/>
                  </a:lnTo>
                  <a:lnTo>
                    <a:pt x="593" y="197"/>
                  </a:lnTo>
                  <a:lnTo>
                    <a:pt x="598" y="212"/>
                  </a:lnTo>
                  <a:lnTo>
                    <a:pt x="601" y="227"/>
                  </a:lnTo>
                  <a:lnTo>
                    <a:pt x="604" y="241"/>
                  </a:lnTo>
                  <a:lnTo>
                    <a:pt x="607" y="256"/>
                  </a:lnTo>
                  <a:lnTo>
                    <a:pt x="610" y="271"/>
                  </a:lnTo>
                  <a:lnTo>
                    <a:pt x="610" y="284"/>
                  </a:lnTo>
                  <a:lnTo>
                    <a:pt x="610" y="302"/>
                  </a:lnTo>
                  <a:lnTo>
                    <a:pt x="601" y="302"/>
                  </a:lnTo>
                  <a:lnTo>
                    <a:pt x="601" y="287"/>
                  </a:lnTo>
                  <a:lnTo>
                    <a:pt x="601" y="271"/>
                  </a:lnTo>
                  <a:lnTo>
                    <a:pt x="598" y="256"/>
                  </a:lnTo>
                  <a:lnTo>
                    <a:pt x="595" y="241"/>
                  </a:lnTo>
                  <a:lnTo>
                    <a:pt x="593" y="229"/>
                  </a:lnTo>
                  <a:lnTo>
                    <a:pt x="587" y="215"/>
                  </a:lnTo>
                  <a:lnTo>
                    <a:pt x="584" y="200"/>
                  </a:lnTo>
                  <a:lnTo>
                    <a:pt x="578" y="188"/>
                  </a:lnTo>
                  <a:lnTo>
                    <a:pt x="572" y="175"/>
                  </a:lnTo>
                  <a:lnTo>
                    <a:pt x="566" y="163"/>
                  </a:lnTo>
                  <a:lnTo>
                    <a:pt x="558" y="148"/>
                  </a:lnTo>
                  <a:lnTo>
                    <a:pt x="552" y="136"/>
                  </a:lnTo>
                  <a:lnTo>
                    <a:pt x="543" y="125"/>
                  </a:lnTo>
                  <a:lnTo>
                    <a:pt x="534" y="116"/>
                  </a:lnTo>
                  <a:lnTo>
                    <a:pt x="525" y="104"/>
                  </a:lnTo>
                  <a:lnTo>
                    <a:pt x="513" y="93"/>
                  </a:lnTo>
                  <a:lnTo>
                    <a:pt x="505" y="84"/>
                  </a:lnTo>
                  <a:lnTo>
                    <a:pt x="493" y="76"/>
                  </a:lnTo>
                  <a:lnTo>
                    <a:pt x="481" y="67"/>
                  </a:lnTo>
                  <a:lnTo>
                    <a:pt x="469" y="58"/>
                  </a:lnTo>
                  <a:lnTo>
                    <a:pt x="458" y="49"/>
                  </a:lnTo>
                  <a:lnTo>
                    <a:pt x="446" y="43"/>
                  </a:lnTo>
                  <a:lnTo>
                    <a:pt x="434" y="37"/>
                  </a:lnTo>
                  <a:lnTo>
                    <a:pt x="420" y="31"/>
                  </a:lnTo>
                  <a:lnTo>
                    <a:pt x="408" y="25"/>
                  </a:lnTo>
                  <a:lnTo>
                    <a:pt x="393" y="20"/>
                  </a:lnTo>
                  <a:lnTo>
                    <a:pt x="378" y="17"/>
                  </a:lnTo>
                  <a:lnTo>
                    <a:pt x="363" y="15"/>
                  </a:lnTo>
                  <a:lnTo>
                    <a:pt x="352" y="12"/>
                  </a:lnTo>
                  <a:lnTo>
                    <a:pt x="338" y="9"/>
                  </a:lnTo>
                  <a:lnTo>
                    <a:pt x="320" y="9"/>
                  </a:lnTo>
                  <a:lnTo>
                    <a:pt x="305" y="9"/>
                  </a:lnTo>
                  <a:lnTo>
                    <a:pt x="290" y="9"/>
                  </a:lnTo>
                  <a:lnTo>
                    <a:pt x="275" y="9"/>
                  </a:lnTo>
                  <a:lnTo>
                    <a:pt x="260" y="12"/>
                  </a:lnTo>
                  <a:lnTo>
                    <a:pt x="247" y="15"/>
                  </a:lnTo>
                  <a:lnTo>
                    <a:pt x="232" y="17"/>
                  </a:lnTo>
                  <a:lnTo>
                    <a:pt x="217" y="20"/>
                  </a:lnTo>
                  <a:lnTo>
                    <a:pt x="205" y="25"/>
                  </a:lnTo>
                  <a:lnTo>
                    <a:pt x="190" y="31"/>
                  </a:lnTo>
                  <a:lnTo>
                    <a:pt x="176" y="37"/>
                  </a:lnTo>
                  <a:lnTo>
                    <a:pt x="164" y="43"/>
                  </a:lnTo>
                  <a:lnTo>
                    <a:pt x="153" y="49"/>
                  </a:lnTo>
                  <a:lnTo>
                    <a:pt x="141" y="58"/>
                  </a:lnTo>
                  <a:lnTo>
                    <a:pt x="129" y="67"/>
                  </a:lnTo>
                  <a:lnTo>
                    <a:pt x="117" y="76"/>
                  </a:lnTo>
                  <a:lnTo>
                    <a:pt x="105" y="84"/>
                  </a:lnTo>
                  <a:lnTo>
                    <a:pt x="96" y="93"/>
                  </a:lnTo>
                  <a:lnTo>
                    <a:pt x="88" y="104"/>
                  </a:lnTo>
                  <a:lnTo>
                    <a:pt x="76" y="116"/>
                  </a:lnTo>
                  <a:lnTo>
                    <a:pt x="67" y="125"/>
                  </a:lnTo>
                  <a:lnTo>
                    <a:pt x="61" y="136"/>
                  </a:lnTo>
                  <a:lnTo>
                    <a:pt x="52" y="148"/>
                  </a:lnTo>
                  <a:lnTo>
                    <a:pt x="47" y="163"/>
                  </a:lnTo>
                  <a:lnTo>
                    <a:pt x="38" y="175"/>
                  </a:lnTo>
                  <a:lnTo>
                    <a:pt x="32" y="188"/>
                  </a:lnTo>
                  <a:lnTo>
                    <a:pt x="26" y="200"/>
                  </a:lnTo>
                  <a:lnTo>
                    <a:pt x="23" y="215"/>
                  </a:lnTo>
                  <a:lnTo>
                    <a:pt x="20" y="229"/>
                  </a:lnTo>
                  <a:lnTo>
                    <a:pt x="14" y="241"/>
                  </a:lnTo>
                  <a:lnTo>
                    <a:pt x="14" y="256"/>
                  </a:lnTo>
                  <a:lnTo>
                    <a:pt x="11" y="271"/>
                  </a:lnTo>
                  <a:lnTo>
                    <a:pt x="9" y="287"/>
                  </a:lnTo>
                  <a:lnTo>
                    <a:pt x="9" y="302"/>
                  </a:lnTo>
                  <a:lnTo>
                    <a:pt x="0" y="302"/>
                  </a:lnTo>
                </a:path>
              </a:pathLst>
            </a:custGeom>
            <a:solidFill>
              <a:srgbClr val="FF9E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5"/>
            <p:cNvSpPr/>
            <p:nvPr/>
          </p:nvSpPr>
          <p:spPr>
            <a:xfrm>
              <a:off x="4625" y="3802"/>
              <a:ext cx="611" cy="304"/>
            </a:xfrm>
            <a:custGeom>
              <a:rect b="b" l="l" r="r" t="t"/>
              <a:pathLst>
                <a:path extrusionOk="0" h="304" w="611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3" y="29"/>
                  </a:lnTo>
                  <a:lnTo>
                    <a:pt x="3" y="47"/>
                  </a:lnTo>
                  <a:lnTo>
                    <a:pt x="6" y="61"/>
                  </a:lnTo>
                  <a:lnTo>
                    <a:pt x="9" y="76"/>
                  </a:lnTo>
                  <a:lnTo>
                    <a:pt x="14" y="90"/>
                  </a:lnTo>
                  <a:lnTo>
                    <a:pt x="17" y="105"/>
                  </a:lnTo>
                  <a:lnTo>
                    <a:pt x="23" y="117"/>
                  </a:lnTo>
                  <a:lnTo>
                    <a:pt x="29" y="131"/>
                  </a:lnTo>
                  <a:lnTo>
                    <a:pt x="38" y="143"/>
                  </a:lnTo>
                  <a:lnTo>
                    <a:pt x="44" y="157"/>
                  </a:lnTo>
                  <a:lnTo>
                    <a:pt x="52" y="169"/>
                  </a:lnTo>
                  <a:lnTo>
                    <a:pt x="61" y="180"/>
                  </a:lnTo>
                  <a:lnTo>
                    <a:pt x="70" y="192"/>
                  </a:lnTo>
                  <a:lnTo>
                    <a:pt x="79" y="204"/>
                  </a:lnTo>
                  <a:lnTo>
                    <a:pt x="91" y="213"/>
                  </a:lnTo>
                  <a:lnTo>
                    <a:pt x="99" y="225"/>
                  </a:lnTo>
                  <a:lnTo>
                    <a:pt x="111" y="232"/>
                  </a:lnTo>
                  <a:lnTo>
                    <a:pt x="123" y="241"/>
                  </a:lnTo>
                  <a:lnTo>
                    <a:pt x="135" y="250"/>
                  </a:lnTo>
                  <a:lnTo>
                    <a:pt x="147" y="259"/>
                  </a:lnTo>
                  <a:lnTo>
                    <a:pt x="161" y="265"/>
                  </a:lnTo>
                  <a:lnTo>
                    <a:pt x="173" y="274"/>
                  </a:lnTo>
                  <a:lnTo>
                    <a:pt x="187" y="279"/>
                  </a:lnTo>
                  <a:lnTo>
                    <a:pt x="202" y="285"/>
                  </a:lnTo>
                  <a:lnTo>
                    <a:pt x="214" y="288"/>
                  </a:lnTo>
                  <a:lnTo>
                    <a:pt x="229" y="294"/>
                  </a:lnTo>
                  <a:lnTo>
                    <a:pt x="244" y="297"/>
                  </a:lnTo>
                  <a:lnTo>
                    <a:pt x="258" y="300"/>
                  </a:lnTo>
                  <a:lnTo>
                    <a:pt x="275" y="303"/>
                  </a:lnTo>
                  <a:lnTo>
                    <a:pt x="290" y="303"/>
                  </a:lnTo>
                  <a:lnTo>
                    <a:pt x="305" y="303"/>
                  </a:lnTo>
                  <a:lnTo>
                    <a:pt x="323" y="303"/>
                  </a:lnTo>
                  <a:lnTo>
                    <a:pt x="338" y="303"/>
                  </a:lnTo>
                  <a:lnTo>
                    <a:pt x="352" y="300"/>
                  </a:lnTo>
                  <a:lnTo>
                    <a:pt x="366" y="297"/>
                  </a:lnTo>
                  <a:lnTo>
                    <a:pt x="381" y="294"/>
                  </a:lnTo>
                  <a:lnTo>
                    <a:pt x="396" y="288"/>
                  </a:lnTo>
                  <a:lnTo>
                    <a:pt x="411" y="285"/>
                  </a:lnTo>
                  <a:lnTo>
                    <a:pt x="426" y="279"/>
                  </a:lnTo>
                  <a:lnTo>
                    <a:pt x="437" y="274"/>
                  </a:lnTo>
                  <a:lnTo>
                    <a:pt x="452" y="265"/>
                  </a:lnTo>
                  <a:lnTo>
                    <a:pt x="463" y="259"/>
                  </a:lnTo>
                  <a:lnTo>
                    <a:pt x="475" y="250"/>
                  </a:lnTo>
                  <a:lnTo>
                    <a:pt x="487" y="241"/>
                  </a:lnTo>
                  <a:lnTo>
                    <a:pt x="499" y="232"/>
                  </a:lnTo>
                  <a:lnTo>
                    <a:pt x="510" y="225"/>
                  </a:lnTo>
                  <a:lnTo>
                    <a:pt x="522" y="213"/>
                  </a:lnTo>
                  <a:lnTo>
                    <a:pt x="531" y="204"/>
                  </a:lnTo>
                  <a:lnTo>
                    <a:pt x="540" y="192"/>
                  </a:lnTo>
                  <a:lnTo>
                    <a:pt x="552" y="180"/>
                  </a:lnTo>
                  <a:lnTo>
                    <a:pt x="558" y="169"/>
                  </a:lnTo>
                  <a:lnTo>
                    <a:pt x="566" y="157"/>
                  </a:lnTo>
                  <a:lnTo>
                    <a:pt x="575" y="143"/>
                  </a:lnTo>
                  <a:lnTo>
                    <a:pt x="581" y="131"/>
                  </a:lnTo>
                  <a:lnTo>
                    <a:pt x="587" y="117"/>
                  </a:lnTo>
                  <a:lnTo>
                    <a:pt x="593" y="105"/>
                  </a:lnTo>
                  <a:lnTo>
                    <a:pt x="598" y="90"/>
                  </a:lnTo>
                  <a:lnTo>
                    <a:pt x="601" y="76"/>
                  </a:lnTo>
                  <a:lnTo>
                    <a:pt x="604" y="61"/>
                  </a:lnTo>
                  <a:lnTo>
                    <a:pt x="607" y="47"/>
                  </a:lnTo>
                  <a:lnTo>
                    <a:pt x="610" y="29"/>
                  </a:lnTo>
                  <a:lnTo>
                    <a:pt x="610" y="15"/>
                  </a:lnTo>
                  <a:lnTo>
                    <a:pt x="610" y="0"/>
                  </a:lnTo>
                  <a:lnTo>
                    <a:pt x="601" y="0"/>
                  </a:lnTo>
                  <a:lnTo>
                    <a:pt x="601" y="15"/>
                  </a:lnTo>
                  <a:lnTo>
                    <a:pt x="601" y="29"/>
                  </a:lnTo>
                  <a:lnTo>
                    <a:pt x="598" y="44"/>
                  </a:lnTo>
                  <a:lnTo>
                    <a:pt x="595" y="58"/>
                  </a:lnTo>
                  <a:lnTo>
                    <a:pt x="593" y="73"/>
                  </a:lnTo>
                  <a:lnTo>
                    <a:pt x="587" y="87"/>
                  </a:lnTo>
                  <a:lnTo>
                    <a:pt x="584" y="99"/>
                  </a:lnTo>
                  <a:lnTo>
                    <a:pt x="578" y="114"/>
                  </a:lnTo>
                  <a:lnTo>
                    <a:pt x="572" y="128"/>
                  </a:lnTo>
                  <a:lnTo>
                    <a:pt x="566" y="140"/>
                  </a:lnTo>
                  <a:lnTo>
                    <a:pt x="558" y="151"/>
                  </a:lnTo>
                  <a:lnTo>
                    <a:pt x="552" y="163"/>
                  </a:lnTo>
                  <a:lnTo>
                    <a:pt x="543" y="175"/>
                  </a:lnTo>
                  <a:lnTo>
                    <a:pt x="534" y="186"/>
                  </a:lnTo>
                  <a:lnTo>
                    <a:pt x="525" y="198"/>
                  </a:lnTo>
                  <a:lnTo>
                    <a:pt x="513" y="207"/>
                  </a:lnTo>
                  <a:lnTo>
                    <a:pt x="505" y="219"/>
                  </a:lnTo>
                  <a:lnTo>
                    <a:pt x="493" y="227"/>
                  </a:lnTo>
                  <a:lnTo>
                    <a:pt x="481" y="235"/>
                  </a:lnTo>
                  <a:lnTo>
                    <a:pt x="469" y="241"/>
                  </a:lnTo>
                  <a:lnTo>
                    <a:pt x="458" y="250"/>
                  </a:lnTo>
                  <a:lnTo>
                    <a:pt x="446" y="259"/>
                  </a:lnTo>
                  <a:lnTo>
                    <a:pt x="434" y="265"/>
                  </a:lnTo>
                  <a:lnTo>
                    <a:pt x="420" y="271"/>
                  </a:lnTo>
                  <a:lnTo>
                    <a:pt x="408" y="277"/>
                  </a:lnTo>
                  <a:lnTo>
                    <a:pt x="393" y="279"/>
                  </a:lnTo>
                  <a:lnTo>
                    <a:pt x="378" y="285"/>
                  </a:lnTo>
                  <a:lnTo>
                    <a:pt x="363" y="288"/>
                  </a:lnTo>
                  <a:lnTo>
                    <a:pt x="352" y="291"/>
                  </a:lnTo>
                  <a:lnTo>
                    <a:pt x="338" y="291"/>
                  </a:lnTo>
                  <a:lnTo>
                    <a:pt x="320" y="294"/>
                  </a:lnTo>
                  <a:lnTo>
                    <a:pt x="305" y="294"/>
                  </a:lnTo>
                  <a:lnTo>
                    <a:pt x="290" y="294"/>
                  </a:lnTo>
                  <a:lnTo>
                    <a:pt x="275" y="291"/>
                  </a:lnTo>
                  <a:lnTo>
                    <a:pt x="260" y="291"/>
                  </a:lnTo>
                  <a:lnTo>
                    <a:pt x="247" y="288"/>
                  </a:lnTo>
                  <a:lnTo>
                    <a:pt x="232" y="285"/>
                  </a:lnTo>
                  <a:lnTo>
                    <a:pt x="217" y="279"/>
                  </a:lnTo>
                  <a:lnTo>
                    <a:pt x="205" y="277"/>
                  </a:lnTo>
                  <a:lnTo>
                    <a:pt x="190" y="271"/>
                  </a:lnTo>
                  <a:lnTo>
                    <a:pt x="176" y="265"/>
                  </a:lnTo>
                  <a:lnTo>
                    <a:pt x="164" y="259"/>
                  </a:lnTo>
                  <a:lnTo>
                    <a:pt x="153" y="250"/>
                  </a:lnTo>
                  <a:lnTo>
                    <a:pt x="141" y="241"/>
                  </a:lnTo>
                  <a:lnTo>
                    <a:pt x="129" y="235"/>
                  </a:lnTo>
                  <a:lnTo>
                    <a:pt x="117" y="227"/>
                  </a:lnTo>
                  <a:lnTo>
                    <a:pt x="105" y="219"/>
                  </a:lnTo>
                  <a:lnTo>
                    <a:pt x="96" y="207"/>
                  </a:lnTo>
                  <a:lnTo>
                    <a:pt x="88" y="198"/>
                  </a:lnTo>
                  <a:lnTo>
                    <a:pt x="76" y="186"/>
                  </a:lnTo>
                  <a:lnTo>
                    <a:pt x="67" y="175"/>
                  </a:lnTo>
                  <a:lnTo>
                    <a:pt x="61" y="163"/>
                  </a:lnTo>
                  <a:lnTo>
                    <a:pt x="52" y="151"/>
                  </a:lnTo>
                  <a:lnTo>
                    <a:pt x="47" y="140"/>
                  </a:lnTo>
                  <a:lnTo>
                    <a:pt x="38" y="128"/>
                  </a:lnTo>
                  <a:lnTo>
                    <a:pt x="32" y="114"/>
                  </a:lnTo>
                  <a:lnTo>
                    <a:pt x="26" y="99"/>
                  </a:lnTo>
                  <a:lnTo>
                    <a:pt x="23" y="87"/>
                  </a:lnTo>
                  <a:lnTo>
                    <a:pt x="20" y="73"/>
                  </a:lnTo>
                  <a:lnTo>
                    <a:pt x="14" y="58"/>
                  </a:lnTo>
                  <a:lnTo>
                    <a:pt x="14" y="44"/>
                  </a:lnTo>
                  <a:lnTo>
                    <a:pt x="11" y="29"/>
                  </a:lnTo>
                  <a:lnTo>
                    <a:pt x="9" y="15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9E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5"/>
            <p:cNvSpPr/>
            <p:nvPr/>
          </p:nvSpPr>
          <p:spPr>
            <a:xfrm>
              <a:off x="4634" y="3503"/>
              <a:ext cx="593" cy="294"/>
            </a:xfrm>
            <a:custGeom>
              <a:rect b="b" l="l" r="r" t="t"/>
              <a:pathLst>
                <a:path extrusionOk="0" h="294" w="593">
                  <a:moveTo>
                    <a:pt x="0" y="293"/>
                  </a:moveTo>
                  <a:lnTo>
                    <a:pt x="0" y="278"/>
                  </a:lnTo>
                  <a:lnTo>
                    <a:pt x="2" y="262"/>
                  </a:lnTo>
                  <a:lnTo>
                    <a:pt x="5" y="247"/>
                  </a:lnTo>
                  <a:lnTo>
                    <a:pt x="5" y="232"/>
                  </a:lnTo>
                  <a:lnTo>
                    <a:pt x="11" y="220"/>
                  </a:lnTo>
                  <a:lnTo>
                    <a:pt x="14" y="206"/>
                  </a:lnTo>
                  <a:lnTo>
                    <a:pt x="17" y="191"/>
                  </a:lnTo>
                  <a:lnTo>
                    <a:pt x="23" y="179"/>
                  </a:lnTo>
                  <a:lnTo>
                    <a:pt x="29" y="166"/>
                  </a:lnTo>
                  <a:lnTo>
                    <a:pt x="38" y="154"/>
                  </a:lnTo>
                  <a:lnTo>
                    <a:pt x="44" y="139"/>
                  </a:lnTo>
                  <a:lnTo>
                    <a:pt x="52" y="127"/>
                  </a:lnTo>
                  <a:lnTo>
                    <a:pt x="58" y="116"/>
                  </a:lnTo>
                  <a:lnTo>
                    <a:pt x="67" y="107"/>
                  </a:lnTo>
                  <a:lnTo>
                    <a:pt x="79" y="95"/>
                  </a:lnTo>
                  <a:lnTo>
                    <a:pt x="87" y="84"/>
                  </a:lnTo>
                  <a:lnTo>
                    <a:pt x="96" y="75"/>
                  </a:lnTo>
                  <a:lnTo>
                    <a:pt x="108" y="67"/>
                  </a:lnTo>
                  <a:lnTo>
                    <a:pt x="120" y="58"/>
                  </a:lnTo>
                  <a:lnTo>
                    <a:pt x="132" y="49"/>
                  </a:lnTo>
                  <a:lnTo>
                    <a:pt x="144" y="40"/>
                  </a:lnTo>
                  <a:lnTo>
                    <a:pt x="155" y="34"/>
                  </a:lnTo>
                  <a:lnTo>
                    <a:pt x="167" y="28"/>
                  </a:lnTo>
                  <a:lnTo>
                    <a:pt x="181" y="23"/>
                  </a:lnTo>
                  <a:lnTo>
                    <a:pt x="196" y="17"/>
                  </a:lnTo>
                  <a:lnTo>
                    <a:pt x="208" y="11"/>
                  </a:lnTo>
                  <a:lnTo>
                    <a:pt x="223" y="8"/>
                  </a:lnTo>
                  <a:lnTo>
                    <a:pt x="238" y="6"/>
                  </a:lnTo>
                  <a:lnTo>
                    <a:pt x="251" y="3"/>
                  </a:lnTo>
                  <a:lnTo>
                    <a:pt x="266" y="0"/>
                  </a:lnTo>
                  <a:lnTo>
                    <a:pt x="281" y="0"/>
                  </a:lnTo>
                  <a:lnTo>
                    <a:pt x="296" y="0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43" y="3"/>
                  </a:lnTo>
                  <a:lnTo>
                    <a:pt x="354" y="6"/>
                  </a:lnTo>
                  <a:lnTo>
                    <a:pt x="369" y="8"/>
                  </a:lnTo>
                  <a:lnTo>
                    <a:pt x="384" y="11"/>
                  </a:lnTo>
                  <a:lnTo>
                    <a:pt x="399" y="17"/>
                  </a:lnTo>
                  <a:lnTo>
                    <a:pt x="411" y="23"/>
                  </a:lnTo>
                  <a:lnTo>
                    <a:pt x="425" y="28"/>
                  </a:lnTo>
                  <a:lnTo>
                    <a:pt x="437" y="34"/>
                  </a:lnTo>
                  <a:lnTo>
                    <a:pt x="448" y="40"/>
                  </a:lnTo>
                  <a:lnTo>
                    <a:pt x="460" y="49"/>
                  </a:lnTo>
                  <a:lnTo>
                    <a:pt x="472" y="58"/>
                  </a:lnTo>
                  <a:lnTo>
                    <a:pt x="484" y="67"/>
                  </a:lnTo>
                  <a:lnTo>
                    <a:pt x="496" y="75"/>
                  </a:lnTo>
                  <a:lnTo>
                    <a:pt x="504" y="84"/>
                  </a:lnTo>
                  <a:lnTo>
                    <a:pt x="516" y="95"/>
                  </a:lnTo>
                  <a:lnTo>
                    <a:pt x="525" y="107"/>
                  </a:lnTo>
                  <a:lnTo>
                    <a:pt x="534" y="116"/>
                  </a:lnTo>
                  <a:lnTo>
                    <a:pt x="543" y="127"/>
                  </a:lnTo>
                  <a:lnTo>
                    <a:pt x="548" y="139"/>
                  </a:lnTo>
                  <a:lnTo>
                    <a:pt x="557" y="154"/>
                  </a:lnTo>
                  <a:lnTo>
                    <a:pt x="563" y="166"/>
                  </a:lnTo>
                  <a:lnTo>
                    <a:pt x="569" y="179"/>
                  </a:lnTo>
                  <a:lnTo>
                    <a:pt x="575" y="191"/>
                  </a:lnTo>
                  <a:lnTo>
                    <a:pt x="578" y="206"/>
                  </a:lnTo>
                  <a:lnTo>
                    <a:pt x="584" y="220"/>
                  </a:lnTo>
                  <a:lnTo>
                    <a:pt x="586" y="232"/>
                  </a:lnTo>
                  <a:lnTo>
                    <a:pt x="589" y="247"/>
                  </a:lnTo>
                  <a:lnTo>
                    <a:pt x="592" y="262"/>
                  </a:lnTo>
                  <a:lnTo>
                    <a:pt x="592" y="278"/>
                  </a:lnTo>
                  <a:lnTo>
                    <a:pt x="592" y="293"/>
                  </a:lnTo>
                  <a:lnTo>
                    <a:pt x="584" y="293"/>
                  </a:lnTo>
                  <a:lnTo>
                    <a:pt x="584" y="278"/>
                  </a:lnTo>
                  <a:lnTo>
                    <a:pt x="581" y="265"/>
                  </a:lnTo>
                  <a:lnTo>
                    <a:pt x="581" y="250"/>
                  </a:lnTo>
                  <a:lnTo>
                    <a:pt x="578" y="235"/>
                  </a:lnTo>
                  <a:lnTo>
                    <a:pt x="575" y="220"/>
                  </a:lnTo>
                  <a:lnTo>
                    <a:pt x="569" y="209"/>
                  </a:lnTo>
                  <a:lnTo>
                    <a:pt x="566" y="194"/>
                  </a:lnTo>
                  <a:lnTo>
                    <a:pt x="560" y="182"/>
                  </a:lnTo>
                  <a:lnTo>
                    <a:pt x="554" y="169"/>
                  </a:lnTo>
                  <a:lnTo>
                    <a:pt x="548" y="157"/>
                  </a:lnTo>
                  <a:lnTo>
                    <a:pt x="543" y="145"/>
                  </a:lnTo>
                  <a:lnTo>
                    <a:pt x="534" y="133"/>
                  </a:lnTo>
                  <a:lnTo>
                    <a:pt x="528" y="122"/>
                  </a:lnTo>
                  <a:lnTo>
                    <a:pt x="519" y="113"/>
                  </a:lnTo>
                  <a:lnTo>
                    <a:pt x="510" y="101"/>
                  </a:lnTo>
                  <a:lnTo>
                    <a:pt x="499" y="93"/>
                  </a:lnTo>
                  <a:lnTo>
                    <a:pt x="490" y="81"/>
                  </a:lnTo>
                  <a:lnTo>
                    <a:pt x="478" y="73"/>
                  </a:lnTo>
                  <a:lnTo>
                    <a:pt x="469" y="64"/>
                  </a:lnTo>
                  <a:lnTo>
                    <a:pt x="457" y="58"/>
                  </a:lnTo>
                  <a:lnTo>
                    <a:pt x="445" y="49"/>
                  </a:lnTo>
                  <a:lnTo>
                    <a:pt x="434" y="43"/>
                  </a:lnTo>
                  <a:lnTo>
                    <a:pt x="419" y="37"/>
                  </a:lnTo>
                  <a:lnTo>
                    <a:pt x="408" y="31"/>
                  </a:lnTo>
                  <a:lnTo>
                    <a:pt x="396" y="25"/>
                  </a:lnTo>
                  <a:lnTo>
                    <a:pt x="381" y="20"/>
                  </a:lnTo>
                  <a:lnTo>
                    <a:pt x="369" y="17"/>
                  </a:lnTo>
                  <a:lnTo>
                    <a:pt x="354" y="14"/>
                  </a:lnTo>
                  <a:lnTo>
                    <a:pt x="340" y="11"/>
                  </a:lnTo>
                  <a:lnTo>
                    <a:pt x="326" y="8"/>
                  </a:lnTo>
                  <a:lnTo>
                    <a:pt x="311" y="8"/>
                  </a:lnTo>
                  <a:lnTo>
                    <a:pt x="296" y="8"/>
                  </a:lnTo>
                  <a:lnTo>
                    <a:pt x="281" y="8"/>
                  </a:lnTo>
                  <a:lnTo>
                    <a:pt x="266" y="8"/>
                  </a:lnTo>
                  <a:lnTo>
                    <a:pt x="251" y="11"/>
                  </a:lnTo>
                  <a:lnTo>
                    <a:pt x="241" y="14"/>
                  </a:lnTo>
                  <a:lnTo>
                    <a:pt x="226" y="17"/>
                  </a:lnTo>
                  <a:lnTo>
                    <a:pt x="211" y="20"/>
                  </a:lnTo>
                  <a:lnTo>
                    <a:pt x="199" y="25"/>
                  </a:lnTo>
                  <a:lnTo>
                    <a:pt x="184" y="31"/>
                  </a:lnTo>
                  <a:lnTo>
                    <a:pt x="172" y="37"/>
                  </a:lnTo>
                  <a:lnTo>
                    <a:pt x="161" y="43"/>
                  </a:lnTo>
                  <a:lnTo>
                    <a:pt x="149" y="49"/>
                  </a:lnTo>
                  <a:lnTo>
                    <a:pt x="138" y="58"/>
                  </a:lnTo>
                  <a:lnTo>
                    <a:pt x="126" y="64"/>
                  </a:lnTo>
                  <a:lnTo>
                    <a:pt x="114" y="73"/>
                  </a:lnTo>
                  <a:lnTo>
                    <a:pt x="105" y="81"/>
                  </a:lnTo>
                  <a:lnTo>
                    <a:pt x="93" y="93"/>
                  </a:lnTo>
                  <a:lnTo>
                    <a:pt x="84" y="101"/>
                  </a:lnTo>
                  <a:lnTo>
                    <a:pt x="76" y="113"/>
                  </a:lnTo>
                  <a:lnTo>
                    <a:pt x="67" y="122"/>
                  </a:lnTo>
                  <a:lnTo>
                    <a:pt x="58" y="133"/>
                  </a:lnTo>
                  <a:lnTo>
                    <a:pt x="52" y="145"/>
                  </a:lnTo>
                  <a:lnTo>
                    <a:pt x="44" y="157"/>
                  </a:lnTo>
                  <a:lnTo>
                    <a:pt x="38" y="169"/>
                  </a:lnTo>
                  <a:lnTo>
                    <a:pt x="32" y="182"/>
                  </a:lnTo>
                  <a:lnTo>
                    <a:pt x="26" y="194"/>
                  </a:lnTo>
                  <a:lnTo>
                    <a:pt x="23" y="209"/>
                  </a:lnTo>
                  <a:lnTo>
                    <a:pt x="20" y="220"/>
                  </a:lnTo>
                  <a:lnTo>
                    <a:pt x="14" y="235"/>
                  </a:lnTo>
                  <a:lnTo>
                    <a:pt x="14" y="250"/>
                  </a:lnTo>
                  <a:lnTo>
                    <a:pt x="11" y="265"/>
                  </a:lnTo>
                  <a:lnTo>
                    <a:pt x="11" y="278"/>
                  </a:lnTo>
                  <a:lnTo>
                    <a:pt x="8" y="293"/>
                  </a:lnTo>
                  <a:lnTo>
                    <a:pt x="0" y="293"/>
                  </a:lnTo>
                </a:path>
              </a:pathLst>
            </a:custGeom>
            <a:solidFill>
              <a:srgbClr val="FFA1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5"/>
            <p:cNvSpPr/>
            <p:nvPr/>
          </p:nvSpPr>
          <p:spPr>
            <a:xfrm>
              <a:off x="4634" y="3802"/>
              <a:ext cx="593" cy="295"/>
            </a:xfrm>
            <a:custGeom>
              <a:rect b="b" l="l" r="r" t="t"/>
              <a:pathLst>
                <a:path extrusionOk="0" h="295" w="593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2" y="29"/>
                  </a:lnTo>
                  <a:lnTo>
                    <a:pt x="5" y="44"/>
                  </a:lnTo>
                  <a:lnTo>
                    <a:pt x="5" y="58"/>
                  </a:lnTo>
                  <a:lnTo>
                    <a:pt x="11" y="73"/>
                  </a:lnTo>
                  <a:lnTo>
                    <a:pt x="14" y="87"/>
                  </a:lnTo>
                  <a:lnTo>
                    <a:pt x="17" y="99"/>
                  </a:lnTo>
                  <a:lnTo>
                    <a:pt x="23" y="114"/>
                  </a:lnTo>
                  <a:lnTo>
                    <a:pt x="29" y="128"/>
                  </a:lnTo>
                  <a:lnTo>
                    <a:pt x="38" y="140"/>
                  </a:lnTo>
                  <a:lnTo>
                    <a:pt x="44" y="151"/>
                  </a:lnTo>
                  <a:lnTo>
                    <a:pt x="52" y="163"/>
                  </a:lnTo>
                  <a:lnTo>
                    <a:pt x="58" y="174"/>
                  </a:lnTo>
                  <a:lnTo>
                    <a:pt x="67" y="186"/>
                  </a:lnTo>
                  <a:lnTo>
                    <a:pt x="79" y="198"/>
                  </a:lnTo>
                  <a:lnTo>
                    <a:pt x="87" y="207"/>
                  </a:lnTo>
                  <a:lnTo>
                    <a:pt x="96" y="219"/>
                  </a:lnTo>
                  <a:lnTo>
                    <a:pt x="108" y="227"/>
                  </a:lnTo>
                  <a:lnTo>
                    <a:pt x="120" y="235"/>
                  </a:lnTo>
                  <a:lnTo>
                    <a:pt x="132" y="241"/>
                  </a:lnTo>
                  <a:lnTo>
                    <a:pt x="144" y="250"/>
                  </a:lnTo>
                  <a:lnTo>
                    <a:pt x="155" y="259"/>
                  </a:lnTo>
                  <a:lnTo>
                    <a:pt x="167" y="265"/>
                  </a:lnTo>
                  <a:lnTo>
                    <a:pt x="181" y="270"/>
                  </a:lnTo>
                  <a:lnTo>
                    <a:pt x="196" y="276"/>
                  </a:lnTo>
                  <a:lnTo>
                    <a:pt x="208" y="279"/>
                  </a:lnTo>
                  <a:lnTo>
                    <a:pt x="223" y="285"/>
                  </a:lnTo>
                  <a:lnTo>
                    <a:pt x="238" y="288"/>
                  </a:lnTo>
                  <a:lnTo>
                    <a:pt x="251" y="291"/>
                  </a:lnTo>
                  <a:lnTo>
                    <a:pt x="266" y="291"/>
                  </a:lnTo>
                  <a:lnTo>
                    <a:pt x="281" y="294"/>
                  </a:lnTo>
                  <a:lnTo>
                    <a:pt x="296" y="294"/>
                  </a:lnTo>
                  <a:lnTo>
                    <a:pt x="311" y="294"/>
                  </a:lnTo>
                  <a:lnTo>
                    <a:pt x="329" y="291"/>
                  </a:lnTo>
                  <a:lnTo>
                    <a:pt x="343" y="291"/>
                  </a:lnTo>
                  <a:lnTo>
                    <a:pt x="354" y="288"/>
                  </a:lnTo>
                  <a:lnTo>
                    <a:pt x="369" y="285"/>
                  </a:lnTo>
                  <a:lnTo>
                    <a:pt x="384" y="279"/>
                  </a:lnTo>
                  <a:lnTo>
                    <a:pt x="399" y="276"/>
                  </a:lnTo>
                  <a:lnTo>
                    <a:pt x="411" y="270"/>
                  </a:lnTo>
                  <a:lnTo>
                    <a:pt x="425" y="265"/>
                  </a:lnTo>
                  <a:lnTo>
                    <a:pt x="437" y="259"/>
                  </a:lnTo>
                  <a:lnTo>
                    <a:pt x="448" y="250"/>
                  </a:lnTo>
                  <a:lnTo>
                    <a:pt x="460" y="241"/>
                  </a:lnTo>
                  <a:lnTo>
                    <a:pt x="472" y="235"/>
                  </a:lnTo>
                  <a:lnTo>
                    <a:pt x="484" y="227"/>
                  </a:lnTo>
                  <a:lnTo>
                    <a:pt x="496" y="219"/>
                  </a:lnTo>
                  <a:lnTo>
                    <a:pt x="504" y="207"/>
                  </a:lnTo>
                  <a:lnTo>
                    <a:pt x="516" y="198"/>
                  </a:lnTo>
                  <a:lnTo>
                    <a:pt x="525" y="186"/>
                  </a:lnTo>
                  <a:lnTo>
                    <a:pt x="534" y="174"/>
                  </a:lnTo>
                  <a:lnTo>
                    <a:pt x="543" y="163"/>
                  </a:lnTo>
                  <a:lnTo>
                    <a:pt x="548" y="151"/>
                  </a:lnTo>
                  <a:lnTo>
                    <a:pt x="557" y="140"/>
                  </a:lnTo>
                  <a:lnTo>
                    <a:pt x="563" y="128"/>
                  </a:lnTo>
                  <a:lnTo>
                    <a:pt x="569" y="114"/>
                  </a:lnTo>
                  <a:lnTo>
                    <a:pt x="575" y="99"/>
                  </a:lnTo>
                  <a:lnTo>
                    <a:pt x="578" y="87"/>
                  </a:lnTo>
                  <a:lnTo>
                    <a:pt x="584" y="73"/>
                  </a:lnTo>
                  <a:lnTo>
                    <a:pt x="586" y="58"/>
                  </a:lnTo>
                  <a:lnTo>
                    <a:pt x="589" y="44"/>
                  </a:lnTo>
                  <a:lnTo>
                    <a:pt x="592" y="29"/>
                  </a:lnTo>
                  <a:lnTo>
                    <a:pt x="592" y="15"/>
                  </a:lnTo>
                  <a:lnTo>
                    <a:pt x="592" y="0"/>
                  </a:lnTo>
                  <a:lnTo>
                    <a:pt x="584" y="0"/>
                  </a:lnTo>
                  <a:lnTo>
                    <a:pt x="584" y="15"/>
                  </a:lnTo>
                  <a:lnTo>
                    <a:pt x="581" y="29"/>
                  </a:lnTo>
                  <a:lnTo>
                    <a:pt x="581" y="44"/>
                  </a:lnTo>
                  <a:lnTo>
                    <a:pt x="578" y="56"/>
                  </a:lnTo>
                  <a:lnTo>
                    <a:pt x="575" y="70"/>
                  </a:lnTo>
                  <a:lnTo>
                    <a:pt x="569" y="84"/>
                  </a:lnTo>
                  <a:lnTo>
                    <a:pt x="566" y="96"/>
                  </a:lnTo>
                  <a:lnTo>
                    <a:pt x="560" y="111"/>
                  </a:lnTo>
                  <a:lnTo>
                    <a:pt x="554" y="123"/>
                  </a:lnTo>
                  <a:lnTo>
                    <a:pt x="548" y="134"/>
                  </a:lnTo>
                  <a:lnTo>
                    <a:pt x="543" y="148"/>
                  </a:lnTo>
                  <a:lnTo>
                    <a:pt x="534" y="157"/>
                  </a:lnTo>
                  <a:lnTo>
                    <a:pt x="528" y="169"/>
                  </a:lnTo>
                  <a:lnTo>
                    <a:pt x="519" y="180"/>
                  </a:lnTo>
                  <a:lnTo>
                    <a:pt x="510" y="192"/>
                  </a:lnTo>
                  <a:lnTo>
                    <a:pt x="499" y="201"/>
                  </a:lnTo>
                  <a:lnTo>
                    <a:pt x="490" y="210"/>
                  </a:lnTo>
                  <a:lnTo>
                    <a:pt x="478" y="219"/>
                  </a:lnTo>
                  <a:lnTo>
                    <a:pt x="469" y="227"/>
                  </a:lnTo>
                  <a:lnTo>
                    <a:pt x="457" y="235"/>
                  </a:lnTo>
                  <a:lnTo>
                    <a:pt x="445" y="241"/>
                  </a:lnTo>
                  <a:lnTo>
                    <a:pt x="434" y="250"/>
                  </a:lnTo>
                  <a:lnTo>
                    <a:pt x="419" y="256"/>
                  </a:lnTo>
                  <a:lnTo>
                    <a:pt x="408" y="262"/>
                  </a:lnTo>
                  <a:lnTo>
                    <a:pt x="396" y="268"/>
                  </a:lnTo>
                  <a:lnTo>
                    <a:pt x="381" y="270"/>
                  </a:lnTo>
                  <a:lnTo>
                    <a:pt x="369" y="276"/>
                  </a:lnTo>
                  <a:lnTo>
                    <a:pt x="354" y="279"/>
                  </a:lnTo>
                  <a:lnTo>
                    <a:pt x="340" y="282"/>
                  </a:lnTo>
                  <a:lnTo>
                    <a:pt x="326" y="282"/>
                  </a:lnTo>
                  <a:lnTo>
                    <a:pt x="311" y="285"/>
                  </a:lnTo>
                  <a:lnTo>
                    <a:pt x="296" y="285"/>
                  </a:lnTo>
                  <a:lnTo>
                    <a:pt x="281" y="285"/>
                  </a:lnTo>
                  <a:lnTo>
                    <a:pt x="266" y="282"/>
                  </a:lnTo>
                  <a:lnTo>
                    <a:pt x="251" y="282"/>
                  </a:lnTo>
                  <a:lnTo>
                    <a:pt x="241" y="279"/>
                  </a:lnTo>
                  <a:lnTo>
                    <a:pt x="226" y="276"/>
                  </a:lnTo>
                  <a:lnTo>
                    <a:pt x="211" y="270"/>
                  </a:lnTo>
                  <a:lnTo>
                    <a:pt x="199" y="268"/>
                  </a:lnTo>
                  <a:lnTo>
                    <a:pt x="184" y="262"/>
                  </a:lnTo>
                  <a:lnTo>
                    <a:pt x="172" y="256"/>
                  </a:lnTo>
                  <a:lnTo>
                    <a:pt x="161" y="250"/>
                  </a:lnTo>
                  <a:lnTo>
                    <a:pt x="149" y="241"/>
                  </a:lnTo>
                  <a:lnTo>
                    <a:pt x="138" y="235"/>
                  </a:lnTo>
                  <a:lnTo>
                    <a:pt x="126" y="227"/>
                  </a:lnTo>
                  <a:lnTo>
                    <a:pt x="114" y="219"/>
                  </a:lnTo>
                  <a:lnTo>
                    <a:pt x="105" y="210"/>
                  </a:lnTo>
                  <a:lnTo>
                    <a:pt x="93" y="201"/>
                  </a:lnTo>
                  <a:lnTo>
                    <a:pt x="84" y="192"/>
                  </a:lnTo>
                  <a:lnTo>
                    <a:pt x="76" y="180"/>
                  </a:lnTo>
                  <a:lnTo>
                    <a:pt x="67" y="169"/>
                  </a:lnTo>
                  <a:lnTo>
                    <a:pt x="58" y="157"/>
                  </a:lnTo>
                  <a:lnTo>
                    <a:pt x="52" y="148"/>
                  </a:lnTo>
                  <a:lnTo>
                    <a:pt x="44" y="134"/>
                  </a:lnTo>
                  <a:lnTo>
                    <a:pt x="38" y="123"/>
                  </a:lnTo>
                  <a:lnTo>
                    <a:pt x="32" y="111"/>
                  </a:lnTo>
                  <a:lnTo>
                    <a:pt x="26" y="96"/>
                  </a:lnTo>
                  <a:lnTo>
                    <a:pt x="23" y="84"/>
                  </a:lnTo>
                  <a:lnTo>
                    <a:pt x="20" y="70"/>
                  </a:lnTo>
                  <a:lnTo>
                    <a:pt x="14" y="56"/>
                  </a:lnTo>
                  <a:lnTo>
                    <a:pt x="14" y="44"/>
                  </a:lnTo>
                  <a:lnTo>
                    <a:pt x="11" y="29"/>
                  </a:lnTo>
                  <a:lnTo>
                    <a:pt x="11" y="1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A1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5"/>
            <p:cNvSpPr/>
            <p:nvPr/>
          </p:nvSpPr>
          <p:spPr>
            <a:xfrm>
              <a:off x="4642" y="3511"/>
              <a:ext cx="577" cy="286"/>
            </a:xfrm>
            <a:custGeom>
              <a:rect b="b" l="l" r="r" t="t"/>
              <a:pathLst>
                <a:path extrusionOk="0" h="286" w="577">
                  <a:moveTo>
                    <a:pt x="0" y="285"/>
                  </a:moveTo>
                  <a:lnTo>
                    <a:pt x="3" y="270"/>
                  </a:lnTo>
                  <a:lnTo>
                    <a:pt x="3" y="257"/>
                  </a:lnTo>
                  <a:lnTo>
                    <a:pt x="6" y="242"/>
                  </a:lnTo>
                  <a:lnTo>
                    <a:pt x="6" y="227"/>
                  </a:lnTo>
                  <a:lnTo>
                    <a:pt x="12" y="213"/>
                  </a:lnTo>
                  <a:lnTo>
                    <a:pt x="15" y="201"/>
                  </a:lnTo>
                  <a:lnTo>
                    <a:pt x="18" y="186"/>
                  </a:lnTo>
                  <a:lnTo>
                    <a:pt x="24" y="174"/>
                  </a:lnTo>
                  <a:lnTo>
                    <a:pt x="30" y="161"/>
                  </a:lnTo>
                  <a:lnTo>
                    <a:pt x="36" y="149"/>
                  </a:lnTo>
                  <a:lnTo>
                    <a:pt x="45" y="137"/>
                  </a:lnTo>
                  <a:lnTo>
                    <a:pt x="50" y="125"/>
                  </a:lnTo>
                  <a:lnTo>
                    <a:pt x="59" y="114"/>
                  </a:lnTo>
                  <a:lnTo>
                    <a:pt x="68" y="105"/>
                  </a:lnTo>
                  <a:lnTo>
                    <a:pt x="76" y="93"/>
                  </a:lnTo>
                  <a:lnTo>
                    <a:pt x="85" y="85"/>
                  </a:lnTo>
                  <a:lnTo>
                    <a:pt x="97" y="73"/>
                  </a:lnTo>
                  <a:lnTo>
                    <a:pt x="106" y="65"/>
                  </a:lnTo>
                  <a:lnTo>
                    <a:pt x="118" y="56"/>
                  </a:lnTo>
                  <a:lnTo>
                    <a:pt x="130" y="50"/>
                  </a:lnTo>
                  <a:lnTo>
                    <a:pt x="142" y="41"/>
                  </a:lnTo>
                  <a:lnTo>
                    <a:pt x="153" y="35"/>
                  </a:lnTo>
                  <a:lnTo>
                    <a:pt x="164" y="29"/>
                  </a:lnTo>
                  <a:lnTo>
                    <a:pt x="176" y="24"/>
                  </a:lnTo>
                  <a:lnTo>
                    <a:pt x="191" y="18"/>
                  </a:lnTo>
                  <a:lnTo>
                    <a:pt x="203" y="12"/>
                  </a:lnTo>
                  <a:lnTo>
                    <a:pt x="218" y="9"/>
                  </a:lnTo>
                  <a:lnTo>
                    <a:pt x="233" y="6"/>
                  </a:lnTo>
                  <a:lnTo>
                    <a:pt x="243" y="3"/>
                  </a:lnTo>
                  <a:lnTo>
                    <a:pt x="258" y="0"/>
                  </a:lnTo>
                  <a:lnTo>
                    <a:pt x="273" y="0"/>
                  </a:lnTo>
                  <a:lnTo>
                    <a:pt x="288" y="0"/>
                  </a:lnTo>
                  <a:lnTo>
                    <a:pt x="303" y="0"/>
                  </a:lnTo>
                  <a:lnTo>
                    <a:pt x="318" y="0"/>
                  </a:lnTo>
                  <a:lnTo>
                    <a:pt x="332" y="3"/>
                  </a:lnTo>
                  <a:lnTo>
                    <a:pt x="346" y="6"/>
                  </a:lnTo>
                  <a:lnTo>
                    <a:pt x="361" y="9"/>
                  </a:lnTo>
                  <a:lnTo>
                    <a:pt x="373" y="12"/>
                  </a:lnTo>
                  <a:lnTo>
                    <a:pt x="388" y="18"/>
                  </a:lnTo>
                  <a:lnTo>
                    <a:pt x="400" y="24"/>
                  </a:lnTo>
                  <a:lnTo>
                    <a:pt x="411" y="29"/>
                  </a:lnTo>
                  <a:lnTo>
                    <a:pt x="426" y="35"/>
                  </a:lnTo>
                  <a:lnTo>
                    <a:pt x="437" y="41"/>
                  </a:lnTo>
                  <a:lnTo>
                    <a:pt x="449" y="50"/>
                  </a:lnTo>
                  <a:lnTo>
                    <a:pt x="461" y="56"/>
                  </a:lnTo>
                  <a:lnTo>
                    <a:pt x="470" y="65"/>
                  </a:lnTo>
                  <a:lnTo>
                    <a:pt x="482" y="73"/>
                  </a:lnTo>
                  <a:lnTo>
                    <a:pt x="491" y="85"/>
                  </a:lnTo>
                  <a:lnTo>
                    <a:pt x="502" y="93"/>
                  </a:lnTo>
                  <a:lnTo>
                    <a:pt x="511" y="105"/>
                  </a:lnTo>
                  <a:lnTo>
                    <a:pt x="520" y="114"/>
                  </a:lnTo>
                  <a:lnTo>
                    <a:pt x="526" y="125"/>
                  </a:lnTo>
                  <a:lnTo>
                    <a:pt x="534" y="137"/>
                  </a:lnTo>
                  <a:lnTo>
                    <a:pt x="540" y="149"/>
                  </a:lnTo>
                  <a:lnTo>
                    <a:pt x="546" y="161"/>
                  </a:lnTo>
                  <a:lnTo>
                    <a:pt x="552" y="174"/>
                  </a:lnTo>
                  <a:lnTo>
                    <a:pt x="558" y="186"/>
                  </a:lnTo>
                  <a:lnTo>
                    <a:pt x="561" y="201"/>
                  </a:lnTo>
                  <a:lnTo>
                    <a:pt x="567" y="213"/>
                  </a:lnTo>
                  <a:lnTo>
                    <a:pt x="570" y="227"/>
                  </a:lnTo>
                  <a:lnTo>
                    <a:pt x="573" y="242"/>
                  </a:lnTo>
                  <a:lnTo>
                    <a:pt x="573" y="257"/>
                  </a:lnTo>
                  <a:lnTo>
                    <a:pt x="576" y="270"/>
                  </a:lnTo>
                  <a:lnTo>
                    <a:pt x="576" y="285"/>
                  </a:lnTo>
                  <a:lnTo>
                    <a:pt x="567" y="285"/>
                  </a:lnTo>
                  <a:lnTo>
                    <a:pt x="567" y="270"/>
                  </a:lnTo>
                  <a:lnTo>
                    <a:pt x="564" y="257"/>
                  </a:lnTo>
                  <a:lnTo>
                    <a:pt x="564" y="242"/>
                  </a:lnTo>
                  <a:lnTo>
                    <a:pt x="561" y="230"/>
                  </a:lnTo>
                  <a:lnTo>
                    <a:pt x="558" y="215"/>
                  </a:lnTo>
                  <a:lnTo>
                    <a:pt x="552" y="204"/>
                  </a:lnTo>
                  <a:lnTo>
                    <a:pt x="549" y="189"/>
                  </a:lnTo>
                  <a:lnTo>
                    <a:pt x="543" y="177"/>
                  </a:lnTo>
                  <a:lnTo>
                    <a:pt x="537" y="166"/>
                  </a:lnTo>
                  <a:lnTo>
                    <a:pt x="531" y="155"/>
                  </a:lnTo>
                  <a:lnTo>
                    <a:pt x="526" y="143"/>
                  </a:lnTo>
                  <a:lnTo>
                    <a:pt x="520" y="131"/>
                  </a:lnTo>
                  <a:lnTo>
                    <a:pt x="511" y="119"/>
                  </a:lnTo>
                  <a:lnTo>
                    <a:pt x="502" y="111"/>
                  </a:lnTo>
                  <a:lnTo>
                    <a:pt x="493" y="99"/>
                  </a:lnTo>
                  <a:lnTo>
                    <a:pt x="485" y="90"/>
                  </a:lnTo>
                  <a:lnTo>
                    <a:pt x="476" y="82"/>
                  </a:lnTo>
                  <a:lnTo>
                    <a:pt x="464" y="73"/>
                  </a:lnTo>
                  <a:lnTo>
                    <a:pt x="455" y="65"/>
                  </a:lnTo>
                  <a:lnTo>
                    <a:pt x="443" y="56"/>
                  </a:lnTo>
                  <a:lnTo>
                    <a:pt x="432" y="50"/>
                  </a:lnTo>
                  <a:lnTo>
                    <a:pt x="420" y="41"/>
                  </a:lnTo>
                  <a:lnTo>
                    <a:pt x="409" y="35"/>
                  </a:lnTo>
                  <a:lnTo>
                    <a:pt x="397" y="29"/>
                  </a:lnTo>
                  <a:lnTo>
                    <a:pt x="385" y="26"/>
                  </a:lnTo>
                  <a:lnTo>
                    <a:pt x="370" y="21"/>
                  </a:lnTo>
                  <a:lnTo>
                    <a:pt x="358" y="18"/>
                  </a:lnTo>
                  <a:lnTo>
                    <a:pt x="343" y="15"/>
                  </a:lnTo>
                  <a:lnTo>
                    <a:pt x="332" y="12"/>
                  </a:lnTo>
                  <a:lnTo>
                    <a:pt x="318" y="9"/>
                  </a:lnTo>
                  <a:lnTo>
                    <a:pt x="303" y="9"/>
                  </a:lnTo>
                  <a:lnTo>
                    <a:pt x="288" y="9"/>
                  </a:lnTo>
                  <a:lnTo>
                    <a:pt x="273" y="9"/>
                  </a:lnTo>
                  <a:lnTo>
                    <a:pt x="261" y="9"/>
                  </a:lnTo>
                  <a:lnTo>
                    <a:pt x="246" y="12"/>
                  </a:lnTo>
                  <a:lnTo>
                    <a:pt x="233" y="15"/>
                  </a:lnTo>
                  <a:lnTo>
                    <a:pt x="221" y="18"/>
                  </a:lnTo>
                  <a:lnTo>
                    <a:pt x="206" y="21"/>
                  </a:lnTo>
                  <a:lnTo>
                    <a:pt x="194" y="26"/>
                  </a:lnTo>
                  <a:lnTo>
                    <a:pt x="179" y="29"/>
                  </a:lnTo>
                  <a:lnTo>
                    <a:pt x="167" y="35"/>
                  </a:lnTo>
                  <a:lnTo>
                    <a:pt x="156" y="41"/>
                  </a:lnTo>
                  <a:lnTo>
                    <a:pt x="144" y="50"/>
                  </a:lnTo>
                  <a:lnTo>
                    <a:pt x="133" y="56"/>
                  </a:lnTo>
                  <a:lnTo>
                    <a:pt x="124" y="65"/>
                  </a:lnTo>
                  <a:lnTo>
                    <a:pt x="112" y="73"/>
                  </a:lnTo>
                  <a:lnTo>
                    <a:pt x="103" y="82"/>
                  </a:lnTo>
                  <a:lnTo>
                    <a:pt x="91" y="90"/>
                  </a:lnTo>
                  <a:lnTo>
                    <a:pt x="82" y="99"/>
                  </a:lnTo>
                  <a:lnTo>
                    <a:pt x="74" y="111"/>
                  </a:lnTo>
                  <a:lnTo>
                    <a:pt x="65" y="119"/>
                  </a:lnTo>
                  <a:lnTo>
                    <a:pt x="59" y="131"/>
                  </a:lnTo>
                  <a:lnTo>
                    <a:pt x="50" y="143"/>
                  </a:lnTo>
                  <a:lnTo>
                    <a:pt x="45" y="155"/>
                  </a:lnTo>
                  <a:lnTo>
                    <a:pt x="39" y="166"/>
                  </a:lnTo>
                  <a:lnTo>
                    <a:pt x="33" y="177"/>
                  </a:lnTo>
                  <a:lnTo>
                    <a:pt x="27" y="189"/>
                  </a:lnTo>
                  <a:lnTo>
                    <a:pt x="24" y="204"/>
                  </a:lnTo>
                  <a:lnTo>
                    <a:pt x="21" y="215"/>
                  </a:lnTo>
                  <a:lnTo>
                    <a:pt x="15" y="230"/>
                  </a:lnTo>
                  <a:lnTo>
                    <a:pt x="15" y="242"/>
                  </a:lnTo>
                  <a:lnTo>
                    <a:pt x="12" y="257"/>
                  </a:lnTo>
                  <a:lnTo>
                    <a:pt x="12" y="270"/>
                  </a:lnTo>
                  <a:lnTo>
                    <a:pt x="12" y="285"/>
                  </a:lnTo>
                  <a:lnTo>
                    <a:pt x="0" y="285"/>
                  </a:lnTo>
                </a:path>
              </a:pathLst>
            </a:custGeom>
            <a:solidFill>
              <a:srgbClr val="FFA6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5"/>
            <p:cNvSpPr/>
            <p:nvPr/>
          </p:nvSpPr>
          <p:spPr>
            <a:xfrm>
              <a:off x="4642" y="3802"/>
              <a:ext cx="577" cy="286"/>
            </a:xfrm>
            <a:custGeom>
              <a:rect b="b" l="l" r="r" t="t"/>
              <a:pathLst>
                <a:path extrusionOk="0" h="286" w="577">
                  <a:moveTo>
                    <a:pt x="0" y="0"/>
                  </a:moveTo>
                  <a:lnTo>
                    <a:pt x="0" y="0"/>
                  </a:lnTo>
                  <a:lnTo>
                    <a:pt x="3" y="15"/>
                  </a:lnTo>
                  <a:lnTo>
                    <a:pt x="3" y="29"/>
                  </a:lnTo>
                  <a:lnTo>
                    <a:pt x="6" y="44"/>
                  </a:lnTo>
                  <a:lnTo>
                    <a:pt x="6" y="56"/>
                  </a:lnTo>
                  <a:lnTo>
                    <a:pt x="12" y="70"/>
                  </a:lnTo>
                  <a:lnTo>
                    <a:pt x="15" y="84"/>
                  </a:lnTo>
                  <a:lnTo>
                    <a:pt x="18" y="96"/>
                  </a:lnTo>
                  <a:lnTo>
                    <a:pt x="24" y="111"/>
                  </a:lnTo>
                  <a:lnTo>
                    <a:pt x="30" y="122"/>
                  </a:lnTo>
                  <a:lnTo>
                    <a:pt x="36" y="134"/>
                  </a:lnTo>
                  <a:lnTo>
                    <a:pt x="45" y="148"/>
                  </a:lnTo>
                  <a:lnTo>
                    <a:pt x="50" y="157"/>
                  </a:lnTo>
                  <a:lnTo>
                    <a:pt x="59" y="168"/>
                  </a:lnTo>
                  <a:lnTo>
                    <a:pt x="68" y="180"/>
                  </a:lnTo>
                  <a:lnTo>
                    <a:pt x="76" y="192"/>
                  </a:lnTo>
                  <a:lnTo>
                    <a:pt x="85" y="201"/>
                  </a:lnTo>
                  <a:lnTo>
                    <a:pt x="97" y="210"/>
                  </a:lnTo>
                  <a:lnTo>
                    <a:pt x="106" y="218"/>
                  </a:lnTo>
                  <a:lnTo>
                    <a:pt x="118" y="227"/>
                  </a:lnTo>
                  <a:lnTo>
                    <a:pt x="130" y="235"/>
                  </a:lnTo>
                  <a:lnTo>
                    <a:pt x="142" y="241"/>
                  </a:lnTo>
                  <a:lnTo>
                    <a:pt x="153" y="250"/>
                  </a:lnTo>
                  <a:lnTo>
                    <a:pt x="164" y="256"/>
                  </a:lnTo>
                  <a:lnTo>
                    <a:pt x="176" y="261"/>
                  </a:lnTo>
                  <a:lnTo>
                    <a:pt x="191" y="267"/>
                  </a:lnTo>
                  <a:lnTo>
                    <a:pt x="203" y="270"/>
                  </a:lnTo>
                  <a:lnTo>
                    <a:pt x="218" y="276"/>
                  </a:lnTo>
                  <a:lnTo>
                    <a:pt x="233" y="279"/>
                  </a:lnTo>
                  <a:lnTo>
                    <a:pt x="243" y="282"/>
                  </a:lnTo>
                  <a:lnTo>
                    <a:pt x="258" y="282"/>
                  </a:lnTo>
                  <a:lnTo>
                    <a:pt x="273" y="285"/>
                  </a:lnTo>
                  <a:lnTo>
                    <a:pt x="288" y="285"/>
                  </a:lnTo>
                  <a:lnTo>
                    <a:pt x="303" y="285"/>
                  </a:lnTo>
                  <a:lnTo>
                    <a:pt x="318" y="282"/>
                  </a:lnTo>
                  <a:lnTo>
                    <a:pt x="332" y="282"/>
                  </a:lnTo>
                  <a:lnTo>
                    <a:pt x="346" y="279"/>
                  </a:lnTo>
                  <a:lnTo>
                    <a:pt x="361" y="276"/>
                  </a:lnTo>
                  <a:lnTo>
                    <a:pt x="373" y="270"/>
                  </a:lnTo>
                  <a:lnTo>
                    <a:pt x="388" y="267"/>
                  </a:lnTo>
                  <a:lnTo>
                    <a:pt x="400" y="261"/>
                  </a:lnTo>
                  <a:lnTo>
                    <a:pt x="411" y="256"/>
                  </a:lnTo>
                  <a:lnTo>
                    <a:pt x="426" y="250"/>
                  </a:lnTo>
                  <a:lnTo>
                    <a:pt x="437" y="241"/>
                  </a:lnTo>
                  <a:lnTo>
                    <a:pt x="449" y="235"/>
                  </a:lnTo>
                  <a:lnTo>
                    <a:pt x="461" y="227"/>
                  </a:lnTo>
                  <a:lnTo>
                    <a:pt x="470" y="218"/>
                  </a:lnTo>
                  <a:lnTo>
                    <a:pt x="482" y="210"/>
                  </a:lnTo>
                  <a:lnTo>
                    <a:pt x="491" y="201"/>
                  </a:lnTo>
                  <a:lnTo>
                    <a:pt x="502" y="192"/>
                  </a:lnTo>
                  <a:lnTo>
                    <a:pt x="511" y="180"/>
                  </a:lnTo>
                  <a:lnTo>
                    <a:pt x="520" y="168"/>
                  </a:lnTo>
                  <a:lnTo>
                    <a:pt x="526" y="157"/>
                  </a:lnTo>
                  <a:lnTo>
                    <a:pt x="534" y="148"/>
                  </a:lnTo>
                  <a:lnTo>
                    <a:pt x="540" y="134"/>
                  </a:lnTo>
                  <a:lnTo>
                    <a:pt x="546" y="122"/>
                  </a:lnTo>
                  <a:lnTo>
                    <a:pt x="552" y="111"/>
                  </a:lnTo>
                  <a:lnTo>
                    <a:pt x="558" y="96"/>
                  </a:lnTo>
                  <a:lnTo>
                    <a:pt x="561" y="84"/>
                  </a:lnTo>
                  <a:lnTo>
                    <a:pt x="567" y="70"/>
                  </a:lnTo>
                  <a:lnTo>
                    <a:pt x="570" y="56"/>
                  </a:lnTo>
                  <a:lnTo>
                    <a:pt x="573" y="44"/>
                  </a:lnTo>
                  <a:lnTo>
                    <a:pt x="573" y="29"/>
                  </a:lnTo>
                  <a:lnTo>
                    <a:pt x="576" y="15"/>
                  </a:lnTo>
                  <a:lnTo>
                    <a:pt x="576" y="0"/>
                  </a:lnTo>
                  <a:lnTo>
                    <a:pt x="567" y="0"/>
                  </a:lnTo>
                  <a:lnTo>
                    <a:pt x="567" y="15"/>
                  </a:lnTo>
                  <a:lnTo>
                    <a:pt x="564" y="26"/>
                  </a:lnTo>
                  <a:lnTo>
                    <a:pt x="564" y="41"/>
                  </a:lnTo>
                  <a:lnTo>
                    <a:pt x="561" y="56"/>
                  </a:lnTo>
                  <a:lnTo>
                    <a:pt x="558" y="67"/>
                  </a:lnTo>
                  <a:lnTo>
                    <a:pt x="552" y="81"/>
                  </a:lnTo>
                  <a:lnTo>
                    <a:pt x="549" y="93"/>
                  </a:lnTo>
                  <a:lnTo>
                    <a:pt x="543" y="108"/>
                  </a:lnTo>
                  <a:lnTo>
                    <a:pt x="537" y="119"/>
                  </a:lnTo>
                  <a:lnTo>
                    <a:pt x="531" y="131"/>
                  </a:lnTo>
                  <a:lnTo>
                    <a:pt x="526" y="143"/>
                  </a:lnTo>
                  <a:lnTo>
                    <a:pt x="520" y="154"/>
                  </a:lnTo>
                  <a:lnTo>
                    <a:pt x="511" y="166"/>
                  </a:lnTo>
                  <a:lnTo>
                    <a:pt x="502" y="174"/>
                  </a:lnTo>
                  <a:lnTo>
                    <a:pt x="493" y="183"/>
                  </a:lnTo>
                  <a:lnTo>
                    <a:pt x="485" y="195"/>
                  </a:lnTo>
                  <a:lnTo>
                    <a:pt x="476" y="204"/>
                  </a:lnTo>
                  <a:lnTo>
                    <a:pt x="464" y="213"/>
                  </a:lnTo>
                  <a:lnTo>
                    <a:pt x="455" y="221"/>
                  </a:lnTo>
                  <a:lnTo>
                    <a:pt x="443" y="227"/>
                  </a:lnTo>
                  <a:lnTo>
                    <a:pt x="432" y="235"/>
                  </a:lnTo>
                  <a:lnTo>
                    <a:pt x="420" y="241"/>
                  </a:lnTo>
                  <a:lnTo>
                    <a:pt x="409" y="247"/>
                  </a:lnTo>
                  <a:lnTo>
                    <a:pt x="397" y="253"/>
                  </a:lnTo>
                  <a:lnTo>
                    <a:pt x="385" y="259"/>
                  </a:lnTo>
                  <a:lnTo>
                    <a:pt x="370" y="261"/>
                  </a:lnTo>
                  <a:lnTo>
                    <a:pt x="358" y="267"/>
                  </a:lnTo>
                  <a:lnTo>
                    <a:pt x="343" y="270"/>
                  </a:lnTo>
                  <a:lnTo>
                    <a:pt x="332" y="270"/>
                  </a:lnTo>
                  <a:lnTo>
                    <a:pt x="318" y="273"/>
                  </a:lnTo>
                  <a:lnTo>
                    <a:pt x="303" y="273"/>
                  </a:lnTo>
                  <a:lnTo>
                    <a:pt x="288" y="276"/>
                  </a:lnTo>
                  <a:lnTo>
                    <a:pt x="273" y="273"/>
                  </a:lnTo>
                  <a:lnTo>
                    <a:pt x="261" y="273"/>
                  </a:lnTo>
                  <a:lnTo>
                    <a:pt x="246" y="270"/>
                  </a:lnTo>
                  <a:lnTo>
                    <a:pt x="233" y="270"/>
                  </a:lnTo>
                  <a:lnTo>
                    <a:pt x="221" y="267"/>
                  </a:lnTo>
                  <a:lnTo>
                    <a:pt x="206" y="261"/>
                  </a:lnTo>
                  <a:lnTo>
                    <a:pt x="194" y="259"/>
                  </a:lnTo>
                  <a:lnTo>
                    <a:pt x="179" y="253"/>
                  </a:lnTo>
                  <a:lnTo>
                    <a:pt x="167" y="247"/>
                  </a:lnTo>
                  <a:lnTo>
                    <a:pt x="156" y="241"/>
                  </a:lnTo>
                  <a:lnTo>
                    <a:pt x="144" y="235"/>
                  </a:lnTo>
                  <a:lnTo>
                    <a:pt x="133" y="227"/>
                  </a:lnTo>
                  <a:lnTo>
                    <a:pt x="124" y="221"/>
                  </a:lnTo>
                  <a:lnTo>
                    <a:pt x="112" y="213"/>
                  </a:lnTo>
                  <a:lnTo>
                    <a:pt x="103" y="204"/>
                  </a:lnTo>
                  <a:lnTo>
                    <a:pt x="91" y="195"/>
                  </a:lnTo>
                  <a:lnTo>
                    <a:pt x="82" y="183"/>
                  </a:lnTo>
                  <a:lnTo>
                    <a:pt x="74" y="174"/>
                  </a:lnTo>
                  <a:lnTo>
                    <a:pt x="65" y="166"/>
                  </a:lnTo>
                  <a:lnTo>
                    <a:pt x="59" y="154"/>
                  </a:lnTo>
                  <a:lnTo>
                    <a:pt x="50" y="143"/>
                  </a:lnTo>
                  <a:lnTo>
                    <a:pt x="45" y="131"/>
                  </a:lnTo>
                  <a:lnTo>
                    <a:pt x="39" y="119"/>
                  </a:lnTo>
                  <a:lnTo>
                    <a:pt x="33" y="108"/>
                  </a:lnTo>
                  <a:lnTo>
                    <a:pt x="27" y="93"/>
                  </a:lnTo>
                  <a:lnTo>
                    <a:pt x="24" y="81"/>
                  </a:lnTo>
                  <a:lnTo>
                    <a:pt x="21" y="67"/>
                  </a:lnTo>
                  <a:lnTo>
                    <a:pt x="15" y="56"/>
                  </a:lnTo>
                  <a:lnTo>
                    <a:pt x="15" y="41"/>
                  </a:lnTo>
                  <a:lnTo>
                    <a:pt x="12" y="26"/>
                  </a:lnTo>
                  <a:lnTo>
                    <a:pt x="12" y="15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A62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5"/>
            <p:cNvSpPr/>
            <p:nvPr/>
          </p:nvSpPr>
          <p:spPr>
            <a:xfrm>
              <a:off x="4654" y="3520"/>
              <a:ext cx="556" cy="277"/>
            </a:xfrm>
            <a:custGeom>
              <a:rect b="b" l="l" r="r" t="t"/>
              <a:pathLst>
                <a:path extrusionOk="0" h="277" w="556">
                  <a:moveTo>
                    <a:pt x="0" y="276"/>
                  </a:moveTo>
                  <a:lnTo>
                    <a:pt x="0" y="261"/>
                  </a:lnTo>
                  <a:lnTo>
                    <a:pt x="0" y="248"/>
                  </a:lnTo>
                  <a:lnTo>
                    <a:pt x="3" y="233"/>
                  </a:lnTo>
                  <a:lnTo>
                    <a:pt x="3" y="221"/>
                  </a:lnTo>
                  <a:lnTo>
                    <a:pt x="9" y="207"/>
                  </a:lnTo>
                  <a:lnTo>
                    <a:pt x="12" y="195"/>
                  </a:lnTo>
                  <a:lnTo>
                    <a:pt x="15" y="180"/>
                  </a:lnTo>
                  <a:lnTo>
                    <a:pt x="21" y="168"/>
                  </a:lnTo>
                  <a:lnTo>
                    <a:pt x="27" y="158"/>
                  </a:lnTo>
                  <a:lnTo>
                    <a:pt x="33" y="146"/>
                  </a:lnTo>
                  <a:lnTo>
                    <a:pt x="39" y="134"/>
                  </a:lnTo>
                  <a:lnTo>
                    <a:pt x="47" y="122"/>
                  </a:lnTo>
                  <a:lnTo>
                    <a:pt x="53" y="111"/>
                  </a:lnTo>
                  <a:lnTo>
                    <a:pt x="62" y="102"/>
                  </a:lnTo>
                  <a:lnTo>
                    <a:pt x="70" y="90"/>
                  </a:lnTo>
                  <a:lnTo>
                    <a:pt x="79" y="81"/>
                  </a:lnTo>
                  <a:lnTo>
                    <a:pt x="91" y="73"/>
                  </a:lnTo>
                  <a:lnTo>
                    <a:pt x="100" y="65"/>
                  </a:lnTo>
                  <a:lnTo>
                    <a:pt x="112" y="56"/>
                  </a:lnTo>
                  <a:lnTo>
                    <a:pt x="121" y="47"/>
                  </a:lnTo>
                  <a:lnTo>
                    <a:pt x="133" y="41"/>
                  </a:lnTo>
                  <a:lnTo>
                    <a:pt x="144" y="32"/>
                  </a:lnTo>
                  <a:lnTo>
                    <a:pt x="155" y="26"/>
                  </a:lnTo>
                  <a:lnTo>
                    <a:pt x="167" y="21"/>
                  </a:lnTo>
                  <a:lnTo>
                    <a:pt x="182" y="18"/>
                  </a:lnTo>
                  <a:lnTo>
                    <a:pt x="194" y="12"/>
                  </a:lnTo>
                  <a:lnTo>
                    <a:pt x="209" y="9"/>
                  </a:lnTo>
                  <a:lnTo>
                    <a:pt x="221" y="6"/>
                  </a:lnTo>
                  <a:lnTo>
                    <a:pt x="234" y="3"/>
                  </a:lnTo>
                  <a:lnTo>
                    <a:pt x="249" y="0"/>
                  </a:lnTo>
                  <a:lnTo>
                    <a:pt x="261" y="0"/>
                  </a:lnTo>
                  <a:lnTo>
                    <a:pt x="276" y="0"/>
                  </a:lnTo>
                  <a:lnTo>
                    <a:pt x="291" y="0"/>
                  </a:lnTo>
                  <a:lnTo>
                    <a:pt x="306" y="0"/>
                  </a:lnTo>
                  <a:lnTo>
                    <a:pt x="320" y="3"/>
                  </a:lnTo>
                  <a:lnTo>
                    <a:pt x="331" y="6"/>
                  </a:lnTo>
                  <a:lnTo>
                    <a:pt x="346" y="9"/>
                  </a:lnTo>
                  <a:lnTo>
                    <a:pt x="358" y="12"/>
                  </a:lnTo>
                  <a:lnTo>
                    <a:pt x="373" y="18"/>
                  </a:lnTo>
                  <a:lnTo>
                    <a:pt x="385" y="21"/>
                  </a:lnTo>
                  <a:lnTo>
                    <a:pt x="397" y="26"/>
                  </a:lnTo>
                  <a:lnTo>
                    <a:pt x="408" y="32"/>
                  </a:lnTo>
                  <a:lnTo>
                    <a:pt x="419" y="41"/>
                  </a:lnTo>
                  <a:lnTo>
                    <a:pt x="431" y="47"/>
                  </a:lnTo>
                  <a:lnTo>
                    <a:pt x="443" y="56"/>
                  </a:lnTo>
                  <a:lnTo>
                    <a:pt x="452" y="65"/>
                  </a:lnTo>
                  <a:lnTo>
                    <a:pt x="464" y="73"/>
                  </a:lnTo>
                  <a:lnTo>
                    <a:pt x="473" y="81"/>
                  </a:lnTo>
                  <a:lnTo>
                    <a:pt x="481" y="90"/>
                  </a:lnTo>
                  <a:lnTo>
                    <a:pt x="490" y="102"/>
                  </a:lnTo>
                  <a:lnTo>
                    <a:pt x="499" y="111"/>
                  </a:lnTo>
                  <a:lnTo>
                    <a:pt x="508" y="122"/>
                  </a:lnTo>
                  <a:lnTo>
                    <a:pt x="513" y="134"/>
                  </a:lnTo>
                  <a:lnTo>
                    <a:pt x="519" y="146"/>
                  </a:lnTo>
                  <a:lnTo>
                    <a:pt x="525" y="158"/>
                  </a:lnTo>
                  <a:lnTo>
                    <a:pt x="531" y="168"/>
                  </a:lnTo>
                  <a:lnTo>
                    <a:pt x="537" y="180"/>
                  </a:lnTo>
                  <a:lnTo>
                    <a:pt x="540" y="195"/>
                  </a:lnTo>
                  <a:lnTo>
                    <a:pt x="546" y="207"/>
                  </a:lnTo>
                  <a:lnTo>
                    <a:pt x="549" y="221"/>
                  </a:lnTo>
                  <a:lnTo>
                    <a:pt x="552" y="233"/>
                  </a:lnTo>
                  <a:lnTo>
                    <a:pt x="552" y="248"/>
                  </a:lnTo>
                  <a:lnTo>
                    <a:pt x="555" y="261"/>
                  </a:lnTo>
                  <a:lnTo>
                    <a:pt x="555" y="276"/>
                  </a:lnTo>
                  <a:lnTo>
                    <a:pt x="546" y="276"/>
                  </a:lnTo>
                  <a:lnTo>
                    <a:pt x="543" y="261"/>
                  </a:lnTo>
                  <a:lnTo>
                    <a:pt x="543" y="248"/>
                  </a:lnTo>
                  <a:lnTo>
                    <a:pt x="540" y="236"/>
                  </a:lnTo>
                  <a:lnTo>
                    <a:pt x="540" y="221"/>
                  </a:lnTo>
                  <a:lnTo>
                    <a:pt x="537" y="209"/>
                  </a:lnTo>
                  <a:lnTo>
                    <a:pt x="531" y="198"/>
                  </a:lnTo>
                  <a:lnTo>
                    <a:pt x="528" y="183"/>
                  </a:lnTo>
                  <a:lnTo>
                    <a:pt x="522" y="171"/>
                  </a:lnTo>
                  <a:lnTo>
                    <a:pt x="519" y="161"/>
                  </a:lnTo>
                  <a:lnTo>
                    <a:pt x="513" y="149"/>
                  </a:lnTo>
                  <a:lnTo>
                    <a:pt x="505" y="137"/>
                  </a:lnTo>
                  <a:lnTo>
                    <a:pt x="499" y="128"/>
                  </a:lnTo>
                  <a:lnTo>
                    <a:pt x="490" y="116"/>
                  </a:lnTo>
                  <a:lnTo>
                    <a:pt x="484" y="108"/>
                  </a:lnTo>
                  <a:lnTo>
                    <a:pt x="476" y="96"/>
                  </a:lnTo>
                  <a:lnTo>
                    <a:pt x="467" y="87"/>
                  </a:lnTo>
                  <a:lnTo>
                    <a:pt x="458" y="78"/>
                  </a:lnTo>
                  <a:lnTo>
                    <a:pt x="446" y="70"/>
                  </a:lnTo>
                  <a:lnTo>
                    <a:pt x="437" y="62"/>
                  </a:lnTo>
                  <a:lnTo>
                    <a:pt x="425" y="56"/>
                  </a:lnTo>
                  <a:lnTo>
                    <a:pt x="414" y="50"/>
                  </a:lnTo>
                  <a:lnTo>
                    <a:pt x="405" y="41"/>
                  </a:lnTo>
                  <a:lnTo>
                    <a:pt x="394" y="35"/>
                  </a:lnTo>
                  <a:lnTo>
                    <a:pt x="382" y="29"/>
                  </a:lnTo>
                  <a:lnTo>
                    <a:pt x="370" y="26"/>
                  </a:lnTo>
                  <a:lnTo>
                    <a:pt x="355" y="21"/>
                  </a:lnTo>
                  <a:lnTo>
                    <a:pt x="343" y="18"/>
                  </a:lnTo>
                  <a:lnTo>
                    <a:pt x="331" y="15"/>
                  </a:lnTo>
                  <a:lnTo>
                    <a:pt x="317" y="12"/>
                  </a:lnTo>
                  <a:lnTo>
                    <a:pt x="306" y="12"/>
                  </a:lnTo>
                  <a:lnTo>
                    <a:pt x="291" y="9"/>
                  </a:lnTo>
                  <a:lnTo>
                    <a:pt x="276" y="9"/>
                  </a:lnTo>
                  <a:lnTo>
                    <a:pt x="264" y="9"/>
                  </a:lnTo>
                  <a:lnTo>
                    <a:pt x="249" y="12"/>
                  </a:lnTo>
                  <a:lnTo>
                    <a:pt x="234" y="12"/>
                  </a:lnTo>
                  <a:lnTo>
                    <a:pt x="224" y="15"/>
                  </a:lnTo>
                  <a:lnTo>
                    <a:pt x="209" y="18"/>
                  </a:lnTo>
                  <a:lnTo>
                    <a:pt x="197" y="21"/>
                  </a:lnTo>
                  <a:lnTo>
                    <a:pt x="185" y="26"/>
                  </a:lnTo>
                  <a:lnTo>
                    <a:pt x="173" y="29"/>
                  </a:lnTo>
                  <a:lnTo>
                    <a:pt x="161" y="35"/>
                  </a:lnTo>
                  <a:lnTo>
                    <a:pt x="149" y="41"/>
                  </a:lnTo>
                  <a:lnTo>
                    <a:pt x="139" y="50"/>
                  </a:lnTo>
                  <a:lnTo>
                    <a:pt x="127" y="56"/>
                  </a:lnTo>
                  <a:lnTo>
                    <a:pt x="118" y="62"/>
                  </a:lnTo>
                  <a:lnTo>
                    <a:pt x="106" y="70"/>
                  </a:lnTo>
                  <a:lnTo>
                    <a:pt x="97" y="78"/>
                  </a:lnTo>
                  <a:lnTo>
                    <a:pt x="88" y="87"/>
                  </a:lnTo>
                  <a:lnTo>
                    <a:pt x="79" y="96"/>
                  </a:lnTo>
                  <a:lnTo>
                    <a:pt x="70" y="108"/>
                  </a:lnTo>
                  <a:lnTo>
                    <a:pt x="62" y="116"/>
                  </a:lnTo>
                  <a:lnTo>
                    <a:pt x="53" y="128"/>
                  </a:lnTo>
                  <a:lnTo>
                    <a:pt x="47" y="137"/>
                  </a:lnTo>
                  <a:lnTo>
                    <a:pt x="42" y="149"/>
                  </a:lnTo>
                  <a:lnTo>
                    <a:pt x="36" y="161"/>
                  </a:lnTo>
                  <a:lnTo>
                    <a:pt x="30" y="171"/>
                  </a:lnTo>
                  <a:lnTo>
                    <a:pt x="24" y="183"/>
                  </a:lnTo>
                  <a:lnTo>
                    <a:pt x="21" y="198"/>
                  </a:lnTo>
                  <a:lnTo>
                    <a:pt x="18" y="209"/>
                  </a:lnTo>
                  <a:lnTo>
                    <a:pt x="15" y="221"/>
                  </a:lnTo>
                  <a:lnTo>
                    <a:pt x="12" y="236"/>
                  </a:lnTo>
                  <a:lnTo>
                    <a:pt x="9" y="248"/>
                  </a:lnTo>
                  <a:lnTo>
                    <a:pt x="9" y="261"/>
                  </a:lnTo>
                  <a:lnTo>
                    <a:pt x="9" y="276"/>
                  </a:lnTo>
                  <a:lnTo>
                    <a:pt x="0" y="276"/>
                  </a:lnTo>
                </a:path>
              </a:pathLst>
            </a:custGeom>
            <a:solidFill>
              <a:srgbClr val="FFA62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4654" y="3802"/>
              <a:ext cx="556" cy="277"/>
            </a:xfrm>
            <a:custGeom>
              <a:rect b="b" l="l" r="r" t="t"/>
              <a:pathLst>
                <a:path extrusionOk="0" h="277" w="556">
                  <a:moveTo>
                    <a:pt x="0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0" y="26"/>
                  </a:lnTo>
                  <a:lnTo>
                    <a:pt x="3" y="41"/>
                  </a:lnTo>
                  <a:lnTo>
                    <a:pt x="3" y="56"/>
                  </a:lnTo>
                  <a:lnTo>
                    <a:pt x="9" y="67"/>
                  </a:lnTo>
                  <a:lnTo>
                    <a:pt x="12" y="81"/>
                  </a:lnTo>
                  <a:lnTo>
                    <a:pt x="15" y="93"/>
                  </a:lnTo>
                  <a:lnTo>
                    <a:pt x="21" y="108"/>
                  </a:lnTo>
                  <a:lnTo>
                    <a:pt x="27" y="119"/>
                  </a:lnTo>
                  <a:lnTo>
                    <a:pt x="33" y="131"/>
                  </a:lnTo>
                  <a:lnTo>
                    <a:pt x="39" y="143"/>
                  </a:lnTo>
                  <a:lnTo>
                    <a:pt x="47" y="154"/>
                  </a:lnTo>
                  <a:lnTo>
                    <a:pt x="53" y="165"/>
                  </a:lnTo>
                  <a:lnTo>
                    <a:pt x="62" y="174"/>
                  </a:lnTo>
                  <a:lnTo>
                    <a:pt x="70" y="183"/>
                  </a:lnTo>
                  <a:lnTo>
                    <a:pt x="79" y="195"/>
                  </a:lnTo>
                  <a:lnTo>
                    <a:pt x="91" y="204"/>
                  </a:lnTo>
                  <a:lnTo>
                    <a:pt x="100" y="212"/>
                  </a:lnTo>
                  <a:lnTo>
                    <a:pt x="112" y="221"/>
                  </a:lnTo>
                  <a:lnTo>
                    <a:pt x="121" y="227"/>
                  </a:lnTo>
                  <a:lnTo>
                    <a:pt x="133" y="235"/>
                  </a:lnTo>
                  <a:lnTo>
                    <a:pt x="144" y="241"/>
                  </a:lnTo>
                  <a:lnTo>
                    <a:pt x="155" y="247"/>
                  </a:lnTo>
                  <a:lnTo>
                    <a:pt x="167" y="253"/>
                  </a:lnTo>
                  <a:lnTo>
                    <a:pt x="182" y="258"/>
                  </a:lnTo>
                  <a:lnTo>
                    <a:pt x="194" y="261"/>
                  </a:lnTo>
                  <a:lnTo>
                    <a:pt x="209" y="267"/>
                  </a:lnTo>
                  <a:lnTo>
                    <a:pt x="221" y="270"/>
                  </a:lnTo>
                  <a:lnTo>
                    <a:pt x="234" y="270"/>
                  </a:lnTo>
                  <a:lnTo>
                    <a:pt x="249" y="273"/>
                  </a:lnTo>
                  <a:lnTo>
                    <a:pt x="261" y="273"/>
                  </a:lnTo>
                  <a:lnTo>
                    <a:pt x="276" y="276"/>
                  </a:lnTo>
                  <a:lnTo>
                    <a:pt x="291" y="273"/>
                  </a:lnTo>
                  <a:lnTo>
                    <a:pt x="306" y="273"/>
                  </a:lnTo>
                  <a:lnTo>
                    <a:pt x="320" y="270"/>
                  </a:lnTo>
                  <a:lnTo>
                    <a:pt x="331" y="270"/>
                  </a:lnTo>
                  <a:lnTo>
                    <a:pt x="346" y="267"/>
                  </a:lnTo>
                  <a:lnTo>
                    <a:pt x="358" y="261"/>
                  </a:lnTo>
                  <a:lnTo>
                    <a:pt x="373" y="258"/>
                  </a:lnTo>
                  <a:lnTo>
                    <a:pt x="385" y="253"/>
                  </a:lnTo>
                  <a:lnTo>
                    <a:pt x="397" y="247"/>
                  </a:lnTo>
                  <a:lnTo>
                    <a:pt x="408" y="241"/>
                  </a:lnTo>
                  <a:lnTo>
                    <a:pt x="419" y="235"/>
                  </a:lnTo>
                  <a:lnTo>
                    <a:pt x="431" y="227"/>
                  </a:lnTo>
                  <a:lnTo>
                    <a:pt x="443" y="221"/>
                  </a:lnTo>
                  <a:lnTo>
                    <a:pt x="452" y="212"/>
                  </a:lnTo>
                  <a:lnTo>
                    <a:pt x="464" y="204"/>
                  </a:lnTo>
                  <a:lnTo>
                    <a:pt x="473" y="195"/>
                  </a:lnTo>
                  <a:lnTo>
                    <a:pt x="481" y="183"/>
                  </a:lnTo>
                  <a:lnTo>
                    <a:pt x="490" y="174"/>
                  </a:lnTo>
                  <a:lnTo>
                    <a:pt x="499" y="165"/>
                  </a:lnTo>
                  <a:lnTo>
                    <a:pt x="508" y="154"/>
                  </a:lnTo>
                  <a:lnTo>
                    <a:pt x="513" y="143"/>
                  </a:lnTo>
                  <a:lnTo>
                    <a:pt x="519" y="131"/>
                  </a:lnTo>
                  <a:lnTo>
                    <a:pt x="525" y="119"/>
                  </a:lnTo>
                  <a:lnTo>
                    <a:pt x="531" y="108"/>
                  </a:lnTo>
                  <a:lnTo>
                    <a:pt x="537" y="93"/>
                  </a:lnTo>
                  <a:lnTo>
                    <a:pt x="540" y="81"/>
                  </a:lnTo>
                  <a:lnTo>
                    <a:pt x="546" y="67"/>
                  </a:lnTo>
                  <a:lnTo>
                    <a:pt x="549" y="56"/>
                  </a:lnTo>
                  <a:lnTo>
                    <a:pt x="552" y="41"/>
                  </a:lnTo>
                  <a:lnTo>
                    <a:pt x="552" y="26"/>
                  </a:lnTo>
                  <a:lnTo>
                    <a:pt x="555" y="15"/>
                  </a:lnTo>
                  <a:lnTo>
                    <a:pt x="555" y="0"/>
                  </a:lnTo>
                  <a:lnTo>
                    <a:pt x="546" y="0"/>
                  </a:lnTo>
                  <a:lnTo>
                    <a:pt x="543" y="12"/>
                  </a:lnTo>
                  <a:lnTo>
                    <a:pt x="543" y="26"/>
                  </a:lnTo>
                  <a:lnTo>
                    <a:pt x="540" y="41"/>
                  </a:lnTo>
                  <a:lnTo>
                    <a:pt x="540" y="53"/>
                  </a:lnTo>
                  <a:lnTo>
                    <a:pt x="537" y="67"/>
                  </a:lnTo>
                  <a:lnTo>
                    <a:pt x="531" y="78"/>
                  </a:lnTo>
                  <a:lnTo>
                    <a:pt x="528" y="90"/>
                  </a:lnTo>
                  <a:lnTo>
                    <a:pt x="522" y="102"/>
                  </a:lnTo>
                  <a:lnTo>
                    <a:pt x="519" y="114"/>
                  </a:lnTo>
                  <a:lnTo>
                    <a:pt x="513" y="125"/>
                  </a:lnTo>
                  <a:lnTo>
                    <a:pt x="505" y="137"/>
                  </a:lnTo>
                  <a:lnTo>
                    <a:pt x="499" y="148"/>
                  </a:lnTo>
                  <a:lnTo>
                    <a:pt x="490" y="157"/>
                  </a:lnTo>
                  <a:lnTo>
                    <a:pt x="484" y="168"/>
                  </a:lnTo>
                  <a:lnTo>
                    <a:pt x="476" y="177"/>
                  </a:lnTo>
                  <a:lnTo>
                    <a:pt x="467" y="186"/>
                  </a:lnTo>
                  <a:lnTo>
                    <a:pt x="458" y="198"/>
                  </a:lnTo>
                  <a:lnTo>
                    <a:pt x="446" y="204"/>
                  </a:lnTo>
                  <a:lnTo>
                    <a:pt x="437" y="212"/>
                  </a:lnTo>
                  <a:lnTo>
                    <a:pt x="425" y="221"/>
                  </a:lnTo>
                  <a:lnTo>
                    <a:pt x="414" y="227"/>
                  </a:lnTo>
                  <a:lnTo>
                    <a:pt x="405" y="232"/>
                  </a:lnTo>
                  <a:lnTo>
                    <a:pt x="394" y="238"/>
                  </a:lnTo>
                  <a:lnTo>
                    <a:pt x="382" y="244"/>
                  </a:lnTo>
                  <a:lnTo>
                    <a:pt x="370" y="250"/>
                  </a:lnTo>
                  <a:lnTo>
                    <a:pt x="355" y="253"/>
                  </a:lnTo>
                  <a:lnTo>
                    <a:pt x="343" y="255"/>
                  </a:lnTo>
                  <a:lnTo>
                    <a:pt x="331" y="258"/>
                  </a:lnTo>
                  <a:lnTo>
                    <a:pt x="317" y="261"/>
                  </a:lnTo>
                  <a:lnTo>
                    <a:pt x="306" y="264"/>
                  </a:lnTo>
                  <a:lnTo>
                    <a:pt x="291" y="264"/>
                  </a:lnTo>
                  <a:lnTo>
                    <a:pt x="276" y="264"/>
                  </a:lnTo>
                  <a:lnTo>
                    <a:pt x="264" y="264"/>
                  </a:lnTo>
                  <a:lnTo>
                    <a:pt x="249" y="264"/>
                  </a:lnTo>
                  <a:lnTo>
                    <a:pt x="234" y="261"/>
                  </a:lnTo>
                  <a:lnTo>
                    <a:pt x="224" y="258"/>
                  </a:lnTo>
                  <a:lnTo>
                    <a:pt x="209" y="255"/>
                  </a:lnTo>
                  <a:lnTo>
                    <a:pt x="197" y="253"/>
                  </a:lnTo>
                  <a:lnTo>
                    <a:pt x="185" y="250"/>
                  </a:lnTo>
                  <a:lnTo>
                    <a:pt x="173" y="244"/>
                  </a:lnTo>
                  <a:lnTo>
                    <a:pt x="161" y="238"/>
                  </a:lnTo>
                  <a:lnTo>
                    <a:pt x="149" y="232"/>
                  </a:lnTo>
                  <a:lnTo>
                    <a:pt x="139" y="227"/>
                  </a:lnTo>
                  <a:lnTo>
                    <a:pt x="127" y="221"/>
                  </a:lnTo>
                  <a:lnTo>
                    <a:pt x="118" y="212"/>
                  </a:lnTo>
                  <a:lnTo>
                    <a:pt x="106" y="204"/>
                  </a:lnTo>
                  <a:lnTo>
                    <a:pt x="97" y="198"/>
                  </a:lnTo>
                  <a:lnTo>
                    <a:pt x="88" y="186"/>
                  </a:lnTo>
                  <a:lnTo>
                    <a:pt x="79" y="177"/>
                  </a:lnTo>
                  <a:lnTo>
                    <a:pt x="70" y="168"/>
                  </a:lnTo>
                  <a:lnTo>
                    <a:pt x="62" y="157"/>
                  </a:lnTo>
                  <a:lnTo>
                    <a:pt x="53" y="148"/>
                  </a:lnTo>
                  <a:lnTo>
                    <a:pt x="47" y="137"/>
                  </a:lnTo>
                  <a:lnTo>
                    <a:pt x="42" y="125"/>
                  </a:lnTo>
                  <a:lnTo>
                    <a:pt x="36" y="114"/>
                  </a:lnTo>
                  <a:lnTo>
                    <a:pt x="30" y="102"/>
                  </a:lnTo>
                  <a:lnTo>
                    <a:pt x="24" y="90"/>
                  </a:lnTo>
                  <a:lnTo>
                    <a:pt x="21" y="78"/>
                  </a:lnTo>
                  <a:lnTo>
                    <a:pt x="18" y="67"/>
                  </a:lnTo>
                  <a:lnTo>
                    <a:pt x="15" y="53"/>
                  </a:lnTo>
                  <a:lnTo>
                    <a:pt x="12" y="41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62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4663" y="3529"/>
              <a:ext cx="538" cy="268"/>
            </a:xfrm>
            <a:custGeom>
              <a:rect b="b" l="l" r="r" t="t"/>
              <a:pathLst>
                <a:path extrusionOk="0" h="268" w="538">
                  <a:moveTo>
                    <a:pt x="0" y="267"/>
                  </a:moveTo>
                  <a:lnTo>
                    <a:pt x="0" y="252"/>
                  </a:lnTo>
                  <a:lnTo>
                    <a:pt x="0" y="239"/>
                  </a:lnTo>
                  <a:lnTo>
                    <a:pt x="3" y="227"/>
                  </a:lnTo>
                  <a:lnTo>
                    <a:pt x="6" y="212"/>
                  </a:lnTo>
                  <a:lnTo>
                    <a:pt x="9" y="200"/>
                  </a:lnTo>
                  <a:lnTo>
                    <a:pt x="12" y="189"/>
                  </a:lnTo>
                  <a:lnTo>
                    <a:pt x="15" y="174"/>
                  </a:lnTo>
                  <a:lnTo>
                    <a:pt x="21" y="162"/>
                  </a:lnTo>
                  <a:lnTo>
                    <a:pt x="27" y="152"/>
                  </a:lnTo>
                  <a:lnTo>
                    <a:pt x="33" y="140"/>
                  </a:lnTo>
                  <a:lnTo>
                    <a:pt x="39" y="128"/>
                  </a:lnTo>
                  <a:lnTo>
                    <a:pt x="45" y="119"/>
                  </a:lnTo>
                  <a:lnTo>
                    <a:pt x="53" y="108"/>
                  </a:lnTo>
                  <a:lnTo>
                    <a:pt x="61" y="99"/>
                  </a:lnTo>
                  <a:lnTo>
                    <a:pt x="70" y="87"/>
                  </a:lnTo>
                  <a:lnTo>
                    <a:pt x="79" y="78"/>
                  </a:lnTo>
                  <a:lnTo>
                    <a:pt x="88" y="69"/>
                  </a:lnTo>
                  <a:lnTo>
                    <a:pt x="97" y="62"/>
                  </a:lnTo>
                  <a:lnTo>
                    <a:pt x="109" y="53"/>
                  </a:lnTo>
                  <a:lnTo>
                    <a:pt x="118" y="47"/>
                  </a:lnTo>
                  <a:lnTo>
                    <a:pt x="130" y="41"/>
                  </a:lnTo>
                  <a:lnTo>
                    <a:pt x="140" y="32"/>
                  </a:lnTo>
                  <a:lnTo>
                    <a:pt x="152" y="26"/>
                  </a:lnTo>
                  <a:lnTo>
                    <a:pt x="164" y="21"/>
                  </a:lnTo>
                  <a:lnTo>
                    <a:pt x="176" y="18"/>
                  </a:lnTo>
                  <a:lnTo>
                    <a:pt x="188" y="12"/>
                  </a:lnTo>
                  <a:lnTo>
                    <a:pt x="200" y="9"/>
                  </a:lnTo>
                  <a:lnTo>
                    <a:pt x="215" y="6"/>
                  </a:lnTo>
                  <a:lnTo>
                    <a:pt x="225" y="3"/>
                  </a:lnTo>
                  <a:lnTo>
                    <a:pt x="240" y="3"/>
                  </a:lnTo>
                  <a:lnTo>
                    <a:pt x="255" y="0"/>
                  </a:lnTo>
                  <a:lnTo>
                    <a:pt x="267" y="0"/>
                  </a:lnTo>
                  <a:lnTo>
                    <a:pt x="282" y="0"/>
                  </a:lnTo>
                  <a:lnTo>
                    <a:pt x="297" y="3"/>
                  </a:lnTo>
                  <a:lnTo>
                    <a:pt x="308" y="3"/>
                  </a:lnTo>
                  <a:lnTo>
                    <a:pt x="322" y="6"/>
                  </a:lnTo>
                  <a:lnTo>
                    <a:pt x="334" y="9"/>
                  </a:lnTo>
                  <a:lnTo>
                    <a:pt x="346" y="12"/>
                  </a:lnTo>
                  <a:lnTo>
                    <a:pt x="361" y="18"/>
                  </a:lnTo>
                  <a:lnTo>
                    <a:pt x="373" y="21"/>
                  </a:lnTo>
                  <a:lnTo>
                    <a:pt x="385" y="26"/>
                  </a:lnTo>
                  <a:lnTo>
                    <a:pt x="396" y="32"/>
                  </a:lnTo>
                  <a:lnTo>
                    <a:pt x="404" y="41"/>
                  </a:lnTo>
                  <a:lnTo>
                    <a:pt x="416" y="47"/>
                  </a:lnTo>
                  <a:lnTo>
                    <a:pt x="428" y="53"/>
                  </a:lnTo>
                  <a:lnTo>
                    <a:pt x="437" y="62"/>
                  </a:lnTo>
                  <a:lnTo>
                    <a:pt x="449" y="69"/>
                  </a:lnTo>
                  <a:lnTo>
                    <a:pt x="458" y="78"/>
                  </a:lnTo>
                  <a:lnTo>
                    <a:pt x="467" y="87"/>
                  </a:lnTo>
                  <a:lnTo>
                    <a:pt x="475" y="99"/>
                  </a:lnTo>
                  <a:lnTo>
                    <a:pt x="481" y="108"/>
                  </a:lnTo>
                  <a:lnTo>
                    <a:pt x="490" y="119"/>
                  </a:lnTo>
                  <a:lnTo>
                    <a:pt x="495" y="128"/>
                  </a:lnTo>
                  <a:lnTo>
                    <a:pt x="504" y="140"/>
                  </a:lnTo>
                  <a:lnTo>
                    <a:pt x="510" y="152"/>
                  </a:lnTo>
                  <a:lnTo>
                    <a:pt x="513" y="162"/>
                  </a:lnTo>
                  <a:lnTo>
                    <a:pt x="519" y="174"/>
                  </a:lnTo>
                  <a:lnTo>
                    <a:pt x="522" y="189"/>
                  </a:lnTo>
                  <a:lnTo>
                    <a:pt x="528" y="200"/>
                  </a:lnTo>
                  <a:lnTo>
                    <a:pt x="531" y="212"/>
                  </a:lnTo>
                  <a:lnTo>
                    <a:pt x="531" y="227"/>
                  </a:lnTo>
                  <a:lnTo>
                    <a:pt x="534" y="239"/>
                  </a:lnTo>
                  <a:lnTo>
                    <a:pt x="534" y="252"/>
                  </a:lnTo>
                  <a:lnTo>
                    <a:pt x="537" y="267"/>
                  </a:lnTo>
                  <a:lnTo>
                    <a:pt x="525" y="267"/>
                  </a:lnTo>
                  <a:lnTo>
                    <a:pt x="525" y="252"/>
                  </a:lnTo>
                  <a:lnTo>
                    <a:pt x="525" y="241"/>
                  </a:lnTo>
                  <a:lnTo>
                    <a:pt x="522" y="227"/>
                  </a:lnTo>
                  <a:lnTo>
                    <a:pt x="522" y="215"/>
                  </a:lnTo>
                  <a:lnTo>
                    <a:pt x="519" y="203"/>
                  </a:lnTo>
                  <a:lnTo>
                    <a:pt x="513" y="189"/>
                  </a:lnTo>
                  <a:lnTo>
                    <a:pt x="510" y="177"/>
                  </a:lnTo>
                  <a:lnTo>
                    <a:pt x="504" y="165"/>
                  </a:lnTo>
                  <a:lnTo>
                    <a:pt x="501" y="154"/>
                  </a:lnTo>
                  <a:lnTo>
                    <a:pt x="495" y="146"/>
                  </a:lnTo>
                  <a:lnTo>
                    <a:pt x="490" y="134"/>
                  </a:lnTo>
                  <a:lnTo>
                    <a:pt x="481" y="122"/>
                  </a:lnTo>
                  <a:lnTo>
                    <a:pt x="475" y="113"/>
                  </a:lnTo>
                  <a:lnTo>
                    <a:pt x="467" y="105"/>
                  </a:lnTo>
                  <a:lnTo>
                    <a:pt x="461" y="93"/>
                  </a:lnTo>
                  <a:lnTo>
                    <a:pt x="452" y="84"/>
                  </a:lnTo>
                  <a:lnTo>
                    <a:pt x="443" y="75"/>
                  </a:lnTo>
                  <a:lnTo>
                    <a:pt x="431" y="69"/>
                  </a:lnTo>
                  <a:lnTo>
                    <a:pt x="422" y="62"/>
                  </a:lnTo>
                  <a:lnTo>
                    <a:pt x="410" y="53"/>
                  </a:lnTo>
                  <a:lnTo>
                    <a:pt x="402" y="47"/>
                  </a:lnTo>
                  <a:lnTo>
                    <a:pt x="390" y="41"/>
                  </a:lnTo>
                  <a:lnTo>
                    <a:pt x="382" y="35"/>
                  </a:lnTo>
                  <a:lnTo>
                    <a:pt x="370" y="29"/>
                  </a:lnTo>
                  <a:lnTo>
                    <a:pt x="358" y="26"/>
                  </a:lnTo>
                  <a:lnTo>
                    <a:pt x="343" y="21"/>
                  </a:lnTo>
                  <a:lnTo>
                    <a:pt x="331" y="18"/>
                  </a:lnTo>
                  <a:lnTo>
                    <a:pt x="319" y="15"/>
                  </a:lnTo>
                  <a:lnTo>
                    <a:pt x="308" y="12"/>
                  </a:lnTo>
                  <a:lnTo>
                    <a:pt x="294" y="12"/>
                  </a:lnTo>
                  <a:lnTo>
                    <a:pt x="282" y="9"/>
                  </a:lnTo>
                  <a:lnTo>
                    <a:pt x="267" y="9"/>
                  </a:lnTo>
                  <a:lnTo>
                    <a:pt x="255" y="9"/>
                  </a:lnTo>
                  <a:lnTo>
                    <a:pt x="240" y="12"/>
                  </a:lnTo>
                  <a:lnTo>
                    <a:pt x="228" y="12"/>
                  </a:lnTo>
                  <a:lnTo>
                    <a:pt x="215" y="15"/>
                  </a:lnTo>
                  <a:lnTo>
                    <a:pt x="203" y="18"/>
                  </a:lnTo>
                  <a:lnTo>
                    <a:pt x="191" y="21"/>
                  </a:lnTo>
                  <a:lnTo>
                    <a:pt x="179" y="26"/>
                  </a:lnTo>
                  <a:lnTo>
                    <a:pt x="167" y="29"/>
                  </a:lnTo>
                  <a:lnTo>
                    <a:pt x="155" y="35"/>
                  </a:lnTo>
                  <a:lnTo>
                    <a:pt x="143" y="41"/>
                  </a:lnTo>
                  <a:lnTo>
                    <a:pt x="133" y="47"/>
                  </a:lnTo>
                  <a:lnTo>
                    <a:pt x="124" y="53"/>
                  </a:lnTo>
                  <a:lnTo>
                    <a:pt x="112" y="62"/>
                  </a:lnTo>
                  <a:lnTo>
                    <a:pt x="103" y="69"/>
                  </a:lnTo>
                  <a:lnTo>
                    <a:pt x="94" y="75"/>
                  </a:lnTo>
                  <a:lnTo>
                    <a:pt x="85" y="84"/>
                  </a:lnTo>
                  <a:lnTo>
                    <a:pt x="76" y="93"/>
                  </a:lnTo>
                  <a:lnTo>
                    <a:pt x="67" y="105"/>
                  </a:lnTo>
                  <a:lnTo>
                    <a:pt x="58" y="113"/>
                  </a:lnTo>
                  <a:lnTo>
                    <a:pt x="53" y="122"/>
                  </a:lnTo>
                  <a:lnTo>
                    <a:pt x="47" y="134"/>
                  </a:lnTo>
                  <a:lnTo>
                    <a:pt x="42" y="146"/>
                  </a:lnTo>
                  <a:lnTo>
                    <a:pt x="36" y="154"/>
                  </a:lnTo>
                  <a:lnTo>
                    <a:pt x="30" y="165"/>
                  </a:lnTo>
                  <a:lnTo>
                    <a:pt x="24" y="177"/>
                  </a:lnTo>
                  <a:lnTo>
                    <a:pt x="21" y="189"/>
                  </a:lnTo>
                  <a:lnTo>
                    <a:pt x="18" y="203"/>
                  </a:lnTo>
                  <a:lnTo>
                    <a:pt x="15" y="215"/>
                  </a:lnTo>
                  <a:lnTo>
                    <a:pt x="12" y="227"/>
                  </a:lnTo>
                  <a:lnTo>
                    <a:pt x="9" y="241"/>
                  </a:lnTo>
                  <a:lnTo>
                    <a:pt x="9" y="252"/>
                  </a:lnTo>
                  <a:lnTo>
                    <a:pt x="9" y="267"/>
                  </a:lnTo>
                  <a:lnTo>
                    <a:pt x="0" y="267"/>
                  </a:lnTo>
                </a:path>
              </a:pathLst>
            </a:custGeom>
            <a:solidFill>
              <a:srgbClr val="FFAB2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5"/>
            <p:cNvSpPr/>
            <p:nvPr/>
          </p:nvSpPr>
          <p:spPr>
            <a:xfrm>
              <a:off x="4663" y="3802"/>
              <a:ext cx="538" cy="265"/>
            </a:xfrm>
            <a:custGeom>
              <a:rect b="b" l="l" r="r" t="t"/>
              <a:pathLst>
                <a:path extrusionOk="0" h="265" w="538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41"/>
                  </a:lnTo>
                  <a:lnTo>
                    <a:pt x="6" y="53"/>
                  </a:lnTo>
                  <a:lnTo>
                    <a:pt x="9" y="66"/>
                  </a:lnTo>
                  <a:lnTo>
                    <a:pt x="12" y="78"/>
                  </a:lnTo>
                  <a:lnTo>
                    <a:pt x="15" y="90"/>
                  </a:lnTo>
                  <a:lnTo>
                    <a:pt x="21" y="102"/>
                  </a:lnTo>
                  <a:lnTo>
                    <a:pt x="27" y="113"/>
                  </a:lnTo>
                  <a:lnTo>
                    <a:pt x="33" y="125"/>
                  </a:lnTo>
                  <a:lnTo>
                    <a:pt x="39" y="137"/>
                  </a:lnTo>
                  <a:lnTo>
                    <a:pt x="45" y="148"/>
                  </a:lnTo>
                  <a:lnTo>
                    <a:pt x="53" y="156"/>
                  </a:lnTo>
                  <a:lnTo>
                    <a:pt x="61" y="168"/>
                  </a:lnTo>
                  <a:lnTo>
                    <a:pt x="70" y="177"/>
                  </a:lnTo>
                  <a:lnTo>
                    <a:pt x="79" y="186"/>
                  </a:lnTo>
                  <a:lnTo>
                    <a:pt x="88" y="198"/>
                  </a:lnTo>
                  <a:lnTo>
                    <a:pt x="97" y="203"/>
                  </a:lnTo>
                  <a:lnTo>
                    <a:pt x="109" y="212"/>
                  </a:lnTo>
                  <a:lnTo>
                    <a:pt x="118" y="221"/>
                  </a:lnTo>
                  <a:lnTo>
                    <a:pt x="130" y="227"/>
                  </a:lnTo>
                  <a:lnTo>
                    <a:pt x="140" y="232"/>
                  </a:lnTo>
                  <a:lnTo>
                    <a:pt x="152" y="238"/>
                  </a:lnTo>
                  <a:lnTo>
                    <a:pt x="164" y="243"/>
                  </a:lnTo>
                  <a:lnTo>
                    <a:pt x="176" y="249"/>
                  </a:lnTo>
                  <a:lnTo>
                    <a:pt x="188" y="252"/>
                  </a:lnTo>
                  <a:lnTo>
                    <a:pt x="200" y="255"/>
                  </a:lnTo>
                  <a:lnTo>
                    <a:pt x="215" y="258"/>
                  </a:lnTo>
                  <a:lnTo>
                    <a:pt x="225" y="261"/>
                  </a:lnTo>
                  <a:lnTo>
                    <a:pt x="240" y="264"/>
                  </a:lnTo>
                  <a:lnTo>
                    <a:pt x="255" y="264"/>
                  </a:lnTo>
                  <a:lnTo>
                    <a:pt x="267" y="264"/>
                  </a:lnTo>
                  <a:lnTo>
                    <a:pt x="282" y="264"/>
                  </a:lnTo>
                  <a:lnTo>
                    <a:pt x="297" y="264"/>
                  </a:lnTo>
                  <a:lnTo>
                    <a:pt x="308" y="261"/>
                  </a:lnTo>
                  <a:lnTo>
                    <a:pt x="322" y="258"/>
                  </a:lnTo>
                  <a:lnTo>
                    <a:pt x="334" y="255"/>
                  </a:lnTo>
                  <a:lnTo>
                    <a:pt x="346" y="252"/>
                  </a:lnTo>
                  <a:lnTo>
                    <a:pt x="361" y="249"/>
                  </a:lnTo>
                  <a:lnTo>
                    <a:pt x="373" y="243"/>
                  </a:lnTo>
                  <a:lnTo>
                    <a:pt x="385" y="238"/>
                  </a:lnTo>
                  <a:lnTo>
                    <a:pt x="396" y="232"/>
                  </a:lnTo>
                  <a:lnTo>
                    <a:pt x="404" y="227"/>
                  </a:lnTo>
                  <a:lnTo>
                    <a:pt x="416" y="221"/>
                  </a:lnTo>
                  <a:lnTo>
                    <a:pt x="428" y="212"/>
                  </a:lnTo>
                  <a:lnTo>
                    <a:pt x="437" y="203"/>
                  </a:lnTo>
                  <a:lnTo>
                    <a:pt x="449" y="198"/>
                  </a:lnTo>
                  <a:lnTo>
                    <a:pt x="458" y="186"/>
                  </a:lnTo>
                  <a:lnTo>
                    <a:pt x="467" y="177"/>
                  </a:lnTo>
                  <a:lnTo>
                    <a:pt x="475" y="168"/>
                  </a:lnTo>
                  <a:lnTo>
                    <a:pt x="481" y="156"/>
                  </a:lnTo>
                  <a:lnTo>
                    <a:pt x="490" y="148"/>
                  </a:lnTo>
                  <a:lnTo>
                    <a:pt x="495" y="137"/>
                  </a:lnTo>
                  <a:lnTo>
                    <a:pt x="504" y="125"/>
                  </a:lnTo>
                  <a:lnTo>
                    <a:pt x="510" y="113"/>
                  </a:lnTo>
                  <a:lnTo>
                    <a:pt x="513" y="102"/>
                  </a:lnTo>
                  <a:lnTo>
                    <a:pt x="519" y="90"/>
                  </a:lnTo>
                  <a:lnTo>
                    <a:pt x="522" y="78"/>
                  </a:lnTo>
                  <a:lnTo>
                    <a:pt x="528" y="66"/>
                  </a:lnTo>
                  <a:lnTo>
                    <a:pt x="531" y="53"/>
                  </a:lnTo>
                  <a:lnTo>
                    <a:pt x="531" y="41"/>
                  </a:lnTo>
                  <a:lnTo>
                    <a:pt x="534" y="26"/>
                  </a:lnTo>
                  <a:lnTo>
                    <a:pt x="534" y="12"/>
                  </a:lnTo>
                  <a:lnTo>
                    <a:pt x="537" y="0"/>
                  </a:lnTo>
                  <a:lnTo>
                    <a:pt x="525" y="0"/>
                  </a:lnTo>
                  <a:lnTo>
                    <a:pt x="525" y="12"/>
                  </a:lnTo>
                  <a:lnTo>
                    <a:pt x="525" y="26"/>
                  </a:lnTo>
                  <a:lnTo>
                    <a:pt x="522" y="38"/>
                  </a:lnTo>
                  <a:lnTo>
                    <a:pt x="522" y="53"/>
                  </a:lnTo>
                  <a:lnTo>
                    <a:pt x="519" y="64"/>
                  </a:lnTo>
                  <a:lnTo>
                    <a:pt x="513" y="75"/>
                  </a:lnTo>
                  <a:lnTo>
                    <a:pt x="510" y="87"/>
                  </a:lnTo>
                  <a:lnTo>
                    <a:pt x="504" y="99"/>
                  </a:lnTo>
                  <a:lnTo>
                    <a:pt x="501" y="110"/>
                  </a:lnTo>
                  <a:lnTo>
                    <a:pt x="495" y="122"/>
                  </a:lnTo>
                  <a:lnTo>
                    <a:pt x="490" y="134"/>
                  </a:lnTo>
                  <a:lnTo>
                    <a:pt x="481" y="143"/>
                  </a:lnTo>
                  <a:lnTo>
                    <a:pt x="475" y="154"/>
                  </a:lnTo>
                  <a:lnTo>
                    <a:pt x="467" y="162"/>
                  </a:lnTo>
                  <a:lnTo>
                    <a:pt x="461" y="171"/>
                  </a:lnTo>
                  <a:lnTo>
                    <a:pt x="452" y="180"/>
                  </a:lnTo>
                  <a:lnTo>
                    <a:pt x="443" y="189"/>
                  </a:lnTo>
                  <a:lnTo>
                    <a:pt x="431" y="198"/>
                  </a:lnTo>
                  <a:lnTo>
                    <a:pt x="422" y="206"/>
                  </a:lnTo>
                  <a:lnTo>
                    <a:pt x="410" y="212"/>
                  </a:lnTo>
                  <a:lnTo>
                    <a:pt x="402" y="218"/>
                  </a:lnTo>
                  <a:lnTo>
                    <a:pt x="390" y="227"/>
                  </a:lnTo>
                  <a:lnTo>
                    <a:pt x="382" y="230"/>
                  </a:lnTo>
                  <a:lnTo>
                    <a:pt x="370" y="235"/>
                  </a:lnTo>
                  <a:lnTo>
                    <a:pt x="358" y="241"/>
                  </a:lnTo>
                  <a:lnTo>
                    <a:pt x="343" y="243"/>
                  </a:lnTo>
                  <a:lnTo>
                    <a:pt x="331" y="246"/>
                  </a:lnTo>
                  <a:lnTo>
                    <a:pt x="319" y="249"/>
                  </a:lnTo>
                  <a:lnTo>
                    <a:pt x="308" y="252"/>
                  </a:lnTo>
                  <a:lnTo>
                    <a:pt x="294" y="255"/>
                  </a:lnTo>
                  <a:lnTo>
                    <a:pt x="282" y="255"/>
                  </a:lnTo>
                  <a:lnTo>
                    <a:pt x="267" y="255"/>
                  </a:lnTo>
                  <a:lnTo>
                    <a:pt x="255" y="255"/>
                  </a:lnTo>
                  <a:lnTo>
                    <a:pt x="240" y="255"/>
                  </a:lnTo>
                  <a:lnTo>
                    <a:pt x="228" y="252"/>
                  </a:lnTo>
                  <a:lnTo>
                    <a:pt x="215" y="249"/>
                  </a:lnTo>
                  <a:lnTo>
                    <a:pt x="203" y="246"/>
                  </a:lnTo>
                  <a:lnTo>
                    <a:pt x="191" y="243"/>
                  </a:lnTo>
                  <a:lnTo>
                    <a:pt x="179" y="241"/>
                  </a:lnTo>
                  <a:lnTo>
                    <a:pt x="167" y="235"/>
                  </a:lnTo>
                  <a:lnTo>
                    <a:pt x="155" y="230"/>
                  </a:lnTo>
                  <a:lnTo>
                    <a:pt x="143" y="227"/>
                  </a:lnTo>
                  <a:lnTo>
                    <a:pt x="133" y="218"/>
                  </a:lnTo>
                  <a:lnTo>
                    <a:pt x="124" y="212"/>
                  </a:lnTo>
                  <a:lnTo>
                    <a:pt x="112" y="206"/>
                  </a:lnTo>
                  <a:lnTo>
                    <a:pt x="103" y="198"/>
                  </a:lnTo>
                  <a:lnTo>
                    <a:pt x="94" y="189"/>
                  </a:lnTo>
                  <a:lnTo>
                    <a:pt x="85" y="180"/>
                  </a:lnTo>
                  <a:lnTo>
                    <a:pt x="76" y="171"/>
                  </a:lnTo>
                  <a:lnTo>
                    <a:pt x="67" y="162"/>
                  </a:lnTo>
                  <a:lnTo>
                    <a:pt x="58" y="154"/>
                  </a:lnTo>
                  <a:lnTo>
                    <a:pt x="53" y="143"/>
                  </a:lnTo>
                  <a:lnTo>
                    <a:pt x="47" y="134"/>
                  </a:lnTo>
                  <a:lnTo>
                    <a:pt x="42" y="122"/>
                  </a:lnTo>
                  <a:lnTo>
                    <a:pt x="36" y="110"/>
                  </a:lnTo>
                  <a:lnTo>
                    <a:pt x="30" y="99"/>
                  </a:lnTo>
                  <a:lnTo>
                    <a:pt x="24" y="87"/>
                  </a:lnTo>
                  <a:lnTo>
                    <a:pt x="21" y="75"/>
                  </a:lnTo>
                  <a:lnTo>
                    <a:pt x="18" y="64"/>
                  </a:lnTo>
                  <a:lnTo>
                    <a:pt x="15" y="53"/>
                  </a:lnTo>
                  <a:lnTo>
                    <a:pt x="12" y="38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B2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5"/>
            <p:cNvSpPr/>
            <p:nvPr/>
          </p:nvSpPr>
          <p:spPr>
            <a:xfrm>
              <a:off x="4672" y="3538"/>
              <a:ext cx="517" cy="259"/>
            </a:xfrm>
            <a:custGeom>
              <a:rect b="b" l="l" r="r" t="t"/>
              <a:pathLst>
                <a:path extrusionOk="0" h="259" w="517">
                  <a:moveTo>
                    <a:pt x="0" y="258"/>
                  </a:moveTo>
                  <a:lnTo>
                    <a:pt x="0" y="243"/>
                  </a:lnTo>
                  <a:lnTo>
                    <a:pt x="0" y="232"/>
                  </a:lnTo>
                  <a:lnTo>
                    <a:pt x="3" y="218"/>
                  </a:lnTo>
                  <a:lnTo>
                    <a:pt x="6" y="206"/>
                  </a:lnTo>
                  <a:lnTo>
                    <a:pt x="9" y="194"/>
                  </a:lnTo>
                  <a:lnTo>
                    <a:pt x="12" y="180"/>
                  </a:lnTo>
                  <a:lnTo>
                    <a:pt x="15" y="168"/>
                  </a:lnTo>
                  <a:lnTo>
                    <a:pt x="21" y="156"/>
                  </a:lnTo>
                  <a:lnTo>
                    <a:pt x="27" y="145"/>
                  </a:lnTo>
                  <a:lnTo>
                    <a:pt x="33" y="137"/>
                  </a:lnTo>
                  <a:lnTo>
                    <a:pt x="39" y="125"/>
                  </a:lnTo>
                  <a:lnTo>
                    <a:pt x="44" y="113"/>
                  </a:lnTo>
                  <a:lnTo>
                    <a:pt x="49" y="105"/>
                  </a:lnTo>
                  <a:lnTo>
                    <a:pt x="58" y="96"/>
                  </a:lnTo>
                  <a:lnTo>
                    <a:pt x="67" y="84"/>
                  </a:lnTo>
                  <a:lnTo>
                    <a:pt x="76" y="75"/>
                  </a:lnTo>
                  <a:lnTo>
                    <a:pt x="85" y="66"/>
                  </a:lnTo>
                  <a:lnTo>
                    <a:pt x="94" y="61"/>
                  </a:lnTo>
                  <a:lnTo>
                    <a:pt x="103" y="53"/>
                  </a:lnTo>
                  <a:lnTo>
                    <a:pt x="115" y="44"/>
                  </a:lnTo>
                  <a:lnTo>
                    <a:pt x="124" y="38"/>
                  </a:lnTo>
                  <a:lnTo>
                    <a:pt x="134" y="32"/>
                  </a:lnTo>
                  <a:lnTo>
                    <a:pt x="146" y="26"/>
                  </a:lnTo>
                  <a:lnTo>
                    <a:pt x="158" y="21"/>
                  </a:lnTo>
                  <a:lnTo>
                    <a:pt x="170" y="18"/>
                  </a:lnTo>
                  <a:lnTo>
                    <a:pt x="182" y="12"/>
                  </a:lnTo>
                  <a:lnTo>
                    <a:pt x="194" y="9"/>
                  </a:lnTo>
                  <a:lnTo>
                    <a:pt x="206" y="6"/>
                  </a:lnTo>
                  <a:lnTo>
                    <a:pt x="219" y="3"/>
                  </a:lnTo>
                  <a:lnTo>
                    <a:pt x="231" y="3"/>
                  </a:lnTo>
                  <a:lnTo>
                    <a:pt x="246" y="0"/>
                  </a:lnTo>
                  <a:lnTo>
                    <a:pt x="258" y="0"/>
                  </a:lnTo>
                  <a:lnTo>
                    <a:pt x="273" y="0"/>
                  </a:lnTo>
                  <a:lnTo>
                    <a:pt x="285" y="3"/>
                  </a:lnTo>
                  <a:lnTo>
                    <a:pt x="299" y="3"/>
                  </a:lnTo>
                  <a:lnTo>
                    <a:pt x="310" y="6"/>
                  </a:lnTo>
                  <a:lnTo>
                    <a:pt x="322" y="9"/>
                  </a:lnTo>
                  <a:lnTo>
                    <a:pt x="334" y="12"/>
                  </a:lnTo>
                  <a:lnTo>
                    <a:pt x="349" y="18"/>
                  </a:lnTo>
                  <a:lnTo>
                    <a:pt x="361" y="21"/>
                  </a:lnTo>
                  <a:lnTo>
                    <a:pt x="373" y="26"/>
                  </a:lnTo>
                  <a:lnTo>
                    <a:pt x="381" y="32"/>
                  </a:lnTo>
                  <a:lnTo>
                    <a:pt x="392" y="38"/>
                  </a:lnTo>
                  <a:lnTo>
                    <a:pt x="401" y="44"/>
                  </a:lnTo>
                  <a:lnTo>
                    <a:pt x="413" y="53"/>
                  </a:lnTo>
                  <a:lnTo>
                    <a:pt x="422" y="61"/>
                  </a:lnTo>
                  <a:lnTo>
                    <a:pt x="434" y="66"/>
                  </a:lnTo>
                  <a:lnTo>
                    <a:pt x="443" y="75"/>
                  </a:lnTo>
                  <a:lnTo>
                    <a:pt x="452" y="84"/>
                  </a:lnTo>
                  <a:lnTo>
                    <a:pt x="458" y="96"/>
                  </a:lnTo>
                  <a:lnTo>
                    <a:pt x="466" y="105"/>
                  </a:lnTo>
                  <a:lnTo>
                    <a:pt x="472" y="113"/>
                  </a:lnTo>
                  <a:lnTo>
                    <a:pt x="480" y="125"/>
                  </a:lnTo>
                  <a:lnTo>
                    <a:pt x="486" y="137"/>
                  </a:lnTo>
                  <a:lnTo>
                    <a:pt x="492" y="145"/>
                  </a:lnTo>
                  <a:lnTo>
                    <a:pt x="495" y="156"/>
                  </a:lnTo>
                  <a:lnTo>
                    <a:pt x="501" y="168"/>
                  </a:lnTo>
                  <a:lnTo>
                    <a:pt x="504" y="180"/>
                  </a:lnTo>
                  <a:lnTo>
                    <a:pt x="510" y="194"/>
                  </a:lnTo>
                  <a:lnTo>
                    <a:pt x="513" y="206"/>
                  </a:lnTo>
                  <a:lnTo>
                    <a:pt x="513" y="218"/>
                  </a:lnTo>
                  <a:lnTo>
                    <a:pt x="516" y="232"/>
                  </a:lnTo>
                  <a:lnTo>
                    <a:pt x="516" y="243"/>
                  </a:lnTo>
                  <a:lnTo>
                    <a:pt x="516" y="258"/>
                  </a:lnTo>
                  <a:lnTo>
                    <a:pt x="507" y="258"/>
                  </a:lnTo>
                  <a:lnTo>
                    <a:pt x="507" y="243"/>
                  </a:lnTo>
                  <a:lnTo>
                    <a:pt x="507" y="232"/>
                  </a:lnTo>
                  <a:lnTo>
                    <a:pt x="504" y="221"/>
                  </a:lnTo>
                  <a:lnTo>
                    <a:pt x="504" y="209"/>
                  </a:lnTo>
                  <a:lnTo>
                    <a:pt x="501" y="197"/>
                  </a:lnTo>
                  <a:lnTo>
                    <a:pt x="495" y="183"/>
                  </a:lnTo>
                  <a:lnTo>
                    <a:pt x="492" y="171"/>
                  </a:lnTo>
                  <a:lnTo>
                    <a:pt x="489" y="162"/>
                  </a:lnTo>
                  <a:lnTo>
                    <a:pt x="483" y="151"/>
                  </a:lnTo>
                  <a:lnTo>
                    <a:pt x="477" y="140"/>
                  </a:lnTo>
                  <a:lnTo>
                    <a:pt x="472" y="131"/>
                  </a:lnTo>
                  <a:lnTo>
                    <a:pt x="466" y="119"/>
                  </a:lnTo>
                  <a:lnTo>
                    <a:pt x="458" y="110"/>
                  </a:lnTo>
                  <a:lnTo>
                    <a:pt x="452" y="102"/>
                  </a:lnTo>
                  <a:lnTo>
                    <a:pt x="443" y="90"/>
                  </a:lnTo>
                  <a:lnTo>
                    <a:pt x="434" y="81"/>
                  </a:lnTo>
                  <a:lnTo>
                    <a:pt x="425" y="75"/>
                  </a:lnTo>
                  <a:lnTo>
                    <a:pt x="416" y="66"/>
                  </a:lnTo>
                  <a:lnTo>
                    <a:pt x="407" y="59"/>
                  </a:lnTo>
                  <a:lnTo>
                    <a:pt x="398" y="53"/>
                  </a:lnTo>
                  <a:lnTo>
                    <a:pt x="387" y="47"/>
                  </a:lnTo>
                  <a:lnTo>
                    <a:pt x="379" y="41"/>
                  </a:lnTo>
                  <a:lnTo>
                    <a:pt x="367" y="35"/>
                  </a:lnTo>
                  <a:lnTo>
                    <a:pt x="355" y="29"/>
                  </a:lnTo>
                  <a:lnTo>
                    <a:pt x="343" y="26"/>
                  </a:lnTo>
                  <a:lnTo>
                    <a:pt x="334" y="21"/>
                  </a:lnTo>
                  <a:lnTo>
                    <a:pt x="319" y="18"/>
                  </a:lnTo>
                  <a:lnTo>
                    <a:pt x="307" y="15"/>
                  </a:lnTo>
                  <a:lnTo>
                    <a:pt x="297" y="12"/>
                  </a:lnTo>
                  <a:lnTo>
                    <a:pt x="285" y="12"/>
                  </a:lnTo>
                  <a:lnTo>
                    <a:pt x="273" y="12"/>
                  </a:lnTo>
                  <a:lnTo>
                    <a:pt x="258" y="9"/>
                  </a:lnTo>
                  <a:lnTo>
                    <a:pt x="246" y="12"/>
                  </a:lnTo>
                  <a:lnTo>
                    <a:pt x="231" y="12"/>
                  </a:lnTo>
                  <a:lnTo>
                    <a:pt x="219" y="12"/>
                  </a:lnTo>
                  <a:lnTo>
                    <a:pt x="209" y="15"/>
                  </a:lnTo>
                  <a:lnTo>
                    <a:pt x="197" y="18"/>
                  </a:lnTo>
                  <a:lnTo>
                    <a:pt x="185" y="21"/>
                  </a:lnTo>
                  <a:lnTo>
                    <a:pt x="173" y="26"/>
                  </a:lnTo>
                  <a:lnTo>
                    <a:pt x="161" y="29"/>
                  </a:lnTo>
                  <a:lnTo>
                    <a:pt x="149" y="35"/>
                  </a:lnTo>
                  <a:lnTo>
                    <a:pt x="140" y="41"/>
                  </a:lnTo>
                  <a:lnTo>
                    <a:pt x="129" y="47"/>
                  </a:lnTo>
                  <a:lnTo>
                    <a:pt x="121" y="53"/>
                  </a:lnTo>
                  <a:lnTo>
                    <a:pt x="109" y="59"/>
                  </a:lnTo>
                  <a:lnTo>
                    <a:pt x="100" y="66"/>
                  </a:lnTo>
                  <a:lnTo>
                    <a:pt x="91" y="75"/>
                  </a:lnTo>
                  <a:lnTo>
                    <a:pt x="82" y="81"/>
                  </a:lnTo>
                  <a:lnTo>
                    <a:pt x="73" y="90"/>
                  </a:lnTo>
                  <a:lnTo>
                    <a:pt x="67" y="102"/>
                  </a:lnTo>
                  <a:lnTo>
                    <a:pt x="58" y="110"/>
                  </a:lnTo>
                  <a:lnTo>
                    <a:pt x="52" y="119"/>
                  </a:lnTo>
                  <a:lnTo>
                    <a:pt x="44" y="131"/>
                  </a:lnTo>
                  <a:lnTo>
                    <a:pt x="39" y="140"/>
                  </a:lnTo>
                  <a:lnTo>
                    <a:pt x="33" y="151"/>
                  </a:lnTo>
                  <a:lnTo>
                    <a:pt x="30" y="162"/>
                  </a:lnTo>
                  <a:lnTo>
                    <a:pt x="24" y="171"/>
                  </a:lnTo>
                  <a:lnTo>
                    <a:pt x="21" y="183"/>
                  </a:lnTo>
                  <a:lnTo>
                    <a:pt x="18" y="197"/>
                  </a:lnTo>
                  <a:lnTo>
                    <a:pt x="15" y="209"/>
                  </a:lnTo>
                  <a:lnTo>
                    <a:pt x="12" y="221"/>
                  </a:lnTo>
                  <a:lnTo>
                    <a:pt x="9" y="232"/>
                  </a:lnTo>
                  <a:lnTo>
                    <a:pt x="9" y="243"/>
                  </a:lnTo>
                  <a:lnTo>
                    <a:pt x="9" y="258"/>
                  </a:lnTo>
                  <a:lnTo>
                    <a:pt x="0" y="258"/>
                  </a:lnTo>
                </a:path>
              </a:pathLst>
            </a:custGeom>
            <a:solidFill>
              <a:srgbClr val="FFAB2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5"/>
            <p:cNvSpPr/>
            <p:nvPr/>
          </p:nvSpPr>
          <p:spPr>
            <a:xfrm>
              <a:off x="4672" y="3802"/>
              <a:ext cx="517" cy="256"/>
            </a:xfrm>
            <a:custGeom>
              <a:rect b="b" l="l" r="r" t="t"/>
              <a:pathLst>
                <a:path extrusionOk="0" h="256" w="517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38"/>
                  </a:lnTo>
                  <a:lnTo>
                    <a:pt x="6" y="53"/>
                  </a:lnTo>
                  <a:lnTo>
                    <a:pt x="9" y="64"/>
                  </a:lnTo>
                  <a:lnTo>
                    <a:pt x="12" y="75"/>
                  </a:lnTo>
                  <a:lnTo>
                    <a:pt x="15" y="87"/>
                  </a:lnTo>
                  <a:lnTo>
                    <a:pt x="21" y="99"/>
                  </a:lnTo>
                  <a:lnTo>
                    <a:pt x="27" y="110"/>
                  </a:lnTo>
                  <a:lnTo>
                    <a:pt x="33" y="122"/>
                  </a:lnTo>
                  <a:lnTo>
                    <a:pt x="39" y="134"/>
                  </a:lnTo>
                  <a:lnTo>
                    <a:pt x="44" y="143"/>
                  </a:lnTo>
                  <a:lnTo>
                    <a:pt x="49" y="153"/>
                  </a:lnTo>
                  <a:lnTo>
                    <a:pt x="58" y="162"/>
                  </a:lnTo>
                  <a:lnTo>
                    <a:pt x="67" y="171"/>
                  </a:lnTo>
                  <a:lnTo>
                    <a:pt x="76" y="180"/>
                  </a:lnTo>
                  <a:lnTo>
                    <a:pt x="85" y="189"/>
                  </a:lnTo>
                  <a:lnTo>
                    <a:pt x="94" y="197"/>
                  </a:lnTo>
                  <a:lnTo>
                    <a:pt x="103" y="206"/>
                  </a:lnTo>
                  <a:lnTo>
                    <a:pt x="115" y="212"/>
                  </a:lnTo>
                  <a:lnTo>
                    <a:pt x="124" y="218"/>
                  </a:lnTo>
                  <a:lnTo>
                    <a:pt x="134" y="227"/>
                  </a:lnTo>
                  <a:lnTo>
                    <a:pt x="146" y="230"/>
                  </a:lnTo>
                  <a:lnTo>
                    <a:pt x="158" y="234"/>
                  </a:lnTo>
                  <a:lnTo>
                    <a:pt x="170" y="240"/>
                  </a:lnTo>
                  <a:lnTo>
                    <a:pt x="182" y="243"/>
                  </a:lnTo>
                  <a:lnTo>
                    <a:pt x="194" y="246"/>
                  </a:lnTo>
                  <a:lnTo>
                    <a:pt x="206" y="249"/>
                  </a:lnTo>
                  <a:lnTo>
                    <a:pt x="219" y="252"/>
                  </a:lnTo>
                  <a:lnTo>
                    <a:pt x="231" y="255"/>
                  </a:lnTo>
                  <a:lnTo>
                    <a:pt x="246" y="255"/>
                  </a:lnTo>
                  <a:lnTo>
                    <a:pt x="258" y="255"/>
                  </a:lnTo>
                  <a:lnTo>
                    <a:pt x="273" y="255"/>
                  </a:lnTo>
                  <a:lnTo>
                    <a:pt x="285" y="255"/>
                  </a:lnTo>
                  <a:lnTo>
                    <a:pt x="299" y="252"/>
                  </a:lnTo>
                  <a:lnTo>
                    <a:pt x="310" y="249"/>
                  </a:lnTo>
                  <a:lnTo>
                    <a:pt x="322" y="246"/>
                  </a:lnTo>
                  <a:lnTo>
                    <a:pt x="334" y="243"/>
                  </a:lnTo>
                  <a:lnTo>
                    <a:pt x="349" y="240"/>
                  </a:lnTo>
                  <a:lnTo>
                    <a:pt x="361" y="234"/>
                  </a:lnTo>
                  <a:lnTo>
                    <a:pt x="373" y="230"/>
                  </a:lnTo>
                  <a:lnTo>
                    <a:pt x="381" y="227"/>
                  </a:lnTo>
                  <a:lnTo>
                    <a:pt x="392" y="218"/>
                  </a:lnTo>
                  <a:lnTo>
                    <a:pt x="401" y="212"/>
                  </a:lnTo>
                  <a:lnTo>
                    <a:pt x="413" y="206"/>
                  </a:lnTo>
                  <a:lnTo>
                    <a:pt x="422" y="197"/>
                  </a:lnTo>
                  <a:lnTo>
                    <a:pt x="434" y="189"/>
                  </a:lnTo>
                  <a:lnTo>
                    <a:pt x="443" y="180"/>
                  </a:lnTo>
                  <a:lnTo>
                    <a:pt x="452" y="171"/>
                  </a:lnTo>
                  <a:lnTo>
                    <a:pt x="458" y="162"/>
                  </a:lnTo>
                  <a:lnTo>
                    <a:pt x="466" y="153"/>
                  </a:lnTo>
                  <a:lnTo>
                    <a:pt x="472" y="143"/>
                  </a:lnTo>
                  <a:lnTo>
                    <a:pt x="480" y="134"/>
                  </a:lnTo>
                  <a:lnTo>
                    <a:pt x="486" y="122"/>
                  </a:lnTo>
                  <a:lnTo>
                    <a:pt x="492" y="110"/>
                  </a:lnTo>
                  <a:lnTo>
                    <a:pt x="495" y="99"/>
                  </a:lnTo>
                  <a:lnTo>
                    <a:pt x="501" y="87"/>
                  </a:lnTo>
                  <a:lnTo>
                    <a:pt x="504" y="75"/>
                  </a:lnTo>
                  <a:lnTo>
                    <a:pt x="510" y="64"/>
                  </a:lnTo>
                  <a:lnTo>
                    <a:pt x="513" y="53"/>
                  </a:lnTo>
                  <a:lnTo>
                    <a:pt x="513" y="38"/>
                  </a:lnTo>
                  <a:lnTo>
                    <a:pt x="516" y="26"/>
                  </a:lnTo>
                  <a:lnTo>
                    <a:pt x="516" y="12"/>
                  </a:lnTo>
                  <a:lnTo>
                    <a:pt x="516" y="0"/>
                  </a:lnTo>
                  <a:lnTo>
                    <a:pt x="507" y="0"/>
                  </a:lnTo>
                  <a:lnTo>
                    <a:pt x="507" y="12"/>
                  </a:lnTo>
                  <a:lnTo>
                    <a:pt x="507" y="26"/>
                  </a:lnTo>
                  <a:lnTo>
                    <a:pt x="504" y="38"/>
                  </a:lnTo>
                  <a:lnTo>
                    <a:pt x="504" y="50"/>
                  </a:lnTo>
                  <a:lnTo>
                    <a:pt x="501" y="61"/>
                  </a:lnTo>
                  <a:lnTo>
                    <a:pt x="495" y="72"/>
                  </a:lnTo>
                  <a:lnTo>
                    <a:pt x="492" y="84"/>
                  </a:lnTo>
                  <a:lnTo>
                    <a:pt x="489" y="96"/>
                  </a:lnTo>
                  <a:lnTo>
                    <a:pt x="483" y="107"/>
                  </a:lnTo>
                  <a:lnTo>
                    <a:pt x="477" y="116"/>
                  </a:lnTo>
                  <a:lnTo>
                    <a:pt x="472" y="128"/>
                  </a:lnTo>
                  <a:lnTo>
                    <a:pt x="466" y="137"/>
                  </a:lnTo>
                  <a:lnTo>
                    <a:pt x="458" y="148"/>
                  </a:lnTo>
                  <a:lnTo>
                    <a:pt x="452" y="156"/>
                  </a:lnTo>
                  <a:lnTo>
                    <a:pt x="443" y="165"/>
                  </a:lnTo>
                  <a:lnTo>
                    <a:pt x="434" y="174"/>
                  </a:lnTo>
                  <a:lnTo>
                    <a:pt x="425" y="183"/>
                  </a:lnTo>
                  <a:lnTo>
                    <a:pt x="416" y="191"/>
                  </a:lnTo>
                  <a:lnTo>
                    <a:pt x="407" y="197"/>
                  </a:lnTo>
                  <a:lnTo>
                    <a:pt x="398" y="203"/>
                  </a:lnTo>
                  <a:lnTo>
                    <a:pt x="387" y="212"/>
                  </a:lnTo>
                  <a:lnTo>
                    <a:pt x="379" y="218"/>
                  </a:lnTo>
                  <a:lnTo>
                    <a:pt x="367" y="224"/>
                  </a:lnTo>
                  <a:lnTo>
                    <a:pt x="355" y="227"/>
                  </a:lnTo>
                  <a:lnTo>
                    <a:pt x="343" y="232"/>
                  </a:lnTo>
                  <a:lnTo>
                    <a:pt x="334" y="234"/>
                  </a:lnTo>
                  <a:lnTo>
                    <a:pt x="319" y="237"/>
                  </a:lnTo>
                  <a:lnTo>
                    <a:pt x="307" y="240"/>
                  </a:lnTo>
                  <a:lnTo>
                    <a:pt x="297" y="243"/>
                  </a:lnTo>
                  <a:lnTo>
                    <a:pt x="285" y="246"/>
                  </a:lnTo>
                  <a:lnTo>
                    <a:pt x="273" y="246"/>
                  </a:lnTo>
                  <a:lnTo>
                    <a:pt x="258" y="246"/>
                  </a:lnTo>
                  <a:lnTo>
                    <a:pt x="246" y="246"/>
                  </a:lnTo>
                  <a:lnTo>
                    <a:pt x="231" y="246"/>
                  </a:lnTo>
                  <a:lnTo>
                    <a:pt x="219" y="243"/>
                  </a:lnTo>
                  <a:lnTo>
                    <a:pt x="209" y="240"/>
                  </a:lnTo>
                  <a:lnTo>
                    <a:pt x="197" y="237"/>
                  </a:lnTo>
                  <a:lnTo>
                    <a:pt x="185" y="234"/>
                  </a:lnTo>
                  <a:lnTo>
                    <a:pt x="173" y="232"/>
                  </a:lnTo>
                  <a:lnTo>
                    <a:pt x="161" y="227"/>
                  </a:lnTo>
                  <a:lnTo>
                    <a:pt x="149" y="224"/>
                  </a:lnTo>
                  <a:lnTo>
                    <a:pt x="140" y="218"/>
                  </a:lnTo>
                  <a:lnTo>
                    <a:pt x="129" y="212"/>
                  </a:lnTo>
                  <a:lnTo>
                    <a:pt x="121" y="203"/>
                  </a:lnTo>
                  <a:lnTo>
                    <a:pt x="109" y="197"/>
                  </a:lnTo>
                  <a:lnTo>
                    <a:pt x="100" y="191"/>
                  </a:lnTo>
                  <a:lnTo>
                    <a:pt x="91" y="183"/>
                  </a:lnTo>
                  <a:lnTo>
                    <a:pt x="82" y="174"/>
                  </a:lnTo>
                  <a:lnTo>
                    <a:pt x="73" y="165"/>
                  </a:lnTo>
                  <a:lnTo>
                    <a:pt x="67" y="156"/>
                  </a:lnTo>
                  <a:lnTo>
                    <a:pt x="58" y="148"/>
                  </a:lnTo>
                  <a:lnTo>
                    <a:pt x="52" y="137"/>
                  </a:lnTo>
                  <a:lnTo>
                    <a:pt x="44" y="128"/>
                  </a:lnTo>
                  <a:lnTo>
                    <a:pt x="39" y="116"/>
                  </a:lnTo>
                  <a:lnTo>
                    <a:pt x="33" y="107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21" y="72"/>
                  </a:lnTo>
                  <a:lnTo>
                    <a:pt x="18" y="61"/>
                  </a:lnTo>
                  <a:lnTo>
                    <a:pt x="15" y="50"/>
                  </a:lnTo>
                  <a:lnTo>
                    <a:pt x="12" y="38"/>
                  </a:lnTo>
                  <a:lnTo>
                    <a:pt x="9" y="26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AB2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5"/>
            <p:cNvSpPr/>
            <p:nvPr/>
          </p:nvSpPr>
          <p:spPr>
            <a:xfrm>
              <a:off x="4681" y="3547"/>
              <a:ext cx="499" cy="250"/>
            </a:xfrm>
            <a:custGeom>
              <a:rect b="b" l="l" r="r" t="t"/>
              <a:pathLst>
                <a:path extrusionOk="0" h="250" w="499">
                  <a:moveTo>
                    <a:pt x="0" y="249"/>
                  </a:moveTo>
                  <a:lnTo>
                    <a:pt x="0" y="234"/>
                  </a:lnTo>
                  <a:lnTo>
                    <a:pt x="0" y="223"/>
                  </a:lnTo>
                  <a:lnTo>
                    <a:pt x="3" y="212"/>
                  </a:lnTo>
                  <a:lnTo>
                    <a:pt x="6" y="200"/>
                  </a:lnTo>
                  <a:lnTo>
                    <a:pt x="9" y="188"/>
                  </a:lnTo>
                  <a:lnTo>
                    <a:pt x="12" y="174"/>
                  </a:lnTo>
                  <a:lnTo>
                    <a:pt x="15" y="162"/>
                  </a:lnTo>
                  <a:lnTo>
                    <a:pt x="21" y="153"/>
                  </a:lnTo>
                  <a:lnTo>
                    <a:pt x="24" y="142"/>
                  </a:lnTo>
                  <a:lnTo>
                    <a:pt x="30" y="131"/>
                  </a:lnTo>
                  <a:lnTo>
                    <a:pt x="36" y="122"/>
                  </a:lnTo>
                  <a:lnTo>
                    <a:pt x="43" y="110"/>
                  </a:lnTo>
                  <a:lnTo>
                    <a:pt x="49" y="102"/>
                  </a:lnTo>
                  <a:lnTo>
                    <a:pt x="58" y="93"/>
                  </a:lnTo>
                  <a:lnTo>
                    <a:pt x="64" y="81"/>
                  </a:lnTo>
                  <a:lnTo>
                    <a:pt x="73" y="72"/>
                  </a:lnTo>
                  <a:lnTo>
                    <a:pt x="82" y="66"/>
                  </a:lnTo>
                  <a:lnTo>
                    <a:pt x="91" y="58"/>
                  </a:lnTo>
                  <a:lnTo>
                    <a:pt x="100" y="50"/>
                  </a:lnTo>
                  <a:lnTo>
                    <a:pt x="112" y="44"/>
                  </a:lnTo>
                  <a:lnTo>
                    <a:pt x="121" y="38"/>
                  </a:lnTo>
                  <a:lnTo>
                    <a:pt x="131" y="32"/>
                  </a:lnTo>
                  <a:lnTo>
                    <a:pt x="140" y="26"/>
                  </a:lnTo>
                  <a:lnTo>
                    <a:pt x="152" y="21"/>
                  </a:lnTo>
                  <a:lnTo>
                    <a:pt x="164" y="18"/>
                  </a:lnTo>
                  <a:lnTo>
                    <a:pt x="176" y="12"/>
                  </a:lnTo>
                  <a:lnTo>
                    <a:pt x="188" y="9"/>
                  </a:lnTo>
                  <a:lnTo>
                    <a:pt x="200" y="6"/>
                  </a:lnTo>
                  <a:lnTo>
                    <a:pt x="210" y="3"/>
                  </a:lnTo>
                  <a:lnTo>
                    <a:pt x="222" y="3"/>
                  </a:lnTo>
                  <a:lnTo>
                    <a:pt x="237" y="3"/>
                  </a:lnTo>
                  <a:lnTo>
                    <a:pt x="249" y="0"/>
                  </a:lnTo>
                  <a:lnTo>
                    <a:pt x="264" y="3"/>
                  </a:lnTo>
                  <a:lnTo>
                    <a:pt x="276" y="3"/>
                  </a:lnTo>
                  <a:lnTo>
                    <a:pt x="288" y="3"/>
                  </a:lnTo>
                  <a:lnTo>
                    <a:pt x="298" y="6"/>
                  </a:lnTo>
                  <a:lnTo>
                    <a:pt x="310" y="9"/>
                  </a:lnTo>
                  <a:lnTo>
                    <a:pt x="325" y="12"/>
                  </a:lnTo>
                  <a:lnTo>
                    <a:pt x="334" y="18"/>
                  </a:lnTo>
                  <a:lnTo>
                    <a:pt x="346" y="21"/>
                  </a:lnTo>
                  <a:lnTo>
                    <a:pt x="358" y="26"/>
                  </a:lnTo>
                  <a:lnTo>
                    <a:pt x="370" y="32"/>
                  </a:lnTo>
                  <a:lnTo>
                    <a:pt x="377" y="38"/>
                  </a:lnTo>
                  <a:lnTo>
                    <a:pt x="389" y="44"/>
                  </a:lnTo>
                  <a:lnTo>
                    <a:pt x="398" y="50"/>
                  </a:lnTo>
                  <a:lnTo>
                    <a:pt x="407" y="58"/>
                  </a:lnTo>
                  <a:lnTo>
                    <a:pt x="416" y="66"/>
                  </a:lnTo>
                  <a:lnTo>
                    <a:pt x="425" y="72"/>
                  </a:lnTo>
                  <a:lnTo>
                    <a:pt x="434" y="81"/>
                  </a:lnTo>
                  <a:lnTo>
                    <a:pt x="443" y="93"/>
                  </a:lnTo>
                  <a:lnTo>
                    <a:pt x="449" y="102"/>
                  </a:lnTo>
                  <a:lnTo>
                    <a:pt x="457" y="110"/>
                  </a:lnTo>
                  <a:lnTo>
                    <a:pt x="462" y="122"/>
                  </a:lnTo>
                  <a:lnTo>
                    <a:pt x="468" y="131"/>
                  </a:lnTo>
                  <a:lnTo>
                    <a:pt x="474" y="142"/>
                  </a:lnTo>
                  <a:lnTo>
                    <a:pt x="480" y="153"/>
                  </a:lnTo>
                  <a:lnTo>
                    <a:pt x="483" y="162"/>
                  </a:lnTo>
                  <a:lnTo>
                    <a:pt x="486" y="174"/>
                  </a:lnTo>
                  <a:lnTo>
                    <a:pt x="492" y="188"/>
                  </a:lnTo>
                  <a:lnTo>
                    <a:pt x="495" y="200"/>
                  </a:lnTo>
                  <a:lnTo>
                    <a:pt x="495" y="212"/>
                  </a:lnTo>
                  <a:lnTo>
                    <a:pt x="498" y="223"/>
                  </a:lnTo>
                  <a:lnTo>
                    <a:pt x="498" y="234"/>
                  </a:lnTo>
                  <a:lnTo>
                    <a:pt x="498" y="249"/>
                  </a:lnTo>
                  <a:lnTo>
                    <a:pt x="489" y="249"/>
                  </a:lnTo>
                  <a:lnTo>
                    <a:pt x="489" y="237"/>
                  </a:lnTo>
                  <a:lnTo>
                    <a:pt x="489" y="223"/>
                  </a:lnTo>
                  <a:lnTo>
                    <a:pt x="486" y="212"/>
                  </a:lnTo>
                  <a:lnTo>
                    <a:pt x="483" y="200"/>
                  </a:lnTo>
                  <a:lnTo>
                    <a:pt x="480" y="188"/>
                  </a:lnTo>
                  <a:lnTo>
                    <a:pt x="477" y="177"/>
                  </a:lnTo>
                  <a:lnTo>
                    <a:pt x="474" y="168"/>
                  </a:lnTo>
                  <a:lnTo>
                    <a:pt x="471" y="156"/>
                  </a:lnTo>
                  <a:lnTo>
                    <a:pt x="465" y="145"/>
                  </a:lnTo>
                  <a:lnTo>
                    <a:pt x="459" y="136"/>
                  </a:lnTo>
                  <a:lnTo>
                    <a:pt x="454" y="125"/>
                  </a:lnTo>
                  <a:lnTo>
                    <a:pt x="449" y="116"/>
                  </a:lnTo>
                  <a:lnTo>
                    <a:pt x="443" y="107"/>
                  </a:lnTo>
                  <a:lnTo>
                    <a:pt x="434" y="99"/>
                  </a:lnTo>
                  <a:lnTo>
                    <a:pt x="428" y="90"/>
                  </a:lnTo>
                  <a:lnTo>
                    <a:pt x="419" y="81"/>
                  </a:lnTo>
                  <a:lnTo>
                    <a:pt x="410" y="72"/>
                  </a:lnTo>
                  <a:lnTo>
                    <a:pt x="401" y="63"/>
                  </a:lnTo>
                  <a:lnTo>
                    <a:pt x="392" y="58"/>
                  </a:lnTo>
                  <a:lnTo>
                    <a:pt x="383" y="52"/>
                  </a:lnTo>
                  <a:lnTo>
                    <a:pt x="374" y="47"/>
                  </a:lnTo>
                  <a:lnTo>
                    <a:pt x="364" y="41"/>
                  </a:lnTo>
                  <a:lnTo>
                    <a:pt x="355" y="35"/>
                  </a:lnTo>
                  <a:lnTo>
                    <a:pt x="343" y="29"/>
                  </a:lnTo>
                  <a:lnTo>
                    <a:pt x="331" y="26"/>
                  </a:lnTo>
                  <a:lnTo>
                    <a:pt x="322" y="21"/>
                  </a:lnTo>
                  <a:lnTo>
                    <a:pt x="310" y="18"/>
                  </a:lnTo>
                  <a:lnTo>
                    <a:pt x="298" y="15"/>
                  </a:lnTo>
                  <a:lnTo>
                    <a:pt x="288" y="15"/>
                  </a:lnTo>
                  <a:lnTo>
                    <a:pt x="276" y="12"/>
                  </a:lnTo>
                  <a:lnTo>
                    <a:pt x="261" y="12"/>
                  </a:lnTo>
                  <a:lnTo>
                    <a:pt x="249" y="12"/>
                  </a:lnTo>
                  <a:lnTo>
                    <a:pt x="237" y="12"/>
                  </a:lnTo>
                  <a:lnTo>
                    <a:pt x="225" y="12"/>
                  </a:lnTo>
                  <a:lnTo>
                    <a:pt x="213" y="15"/>
                  </a:lnTo>
                  <a:lnTo>
                    <a:pt x="203" y="15"/>
                  </a:lnTo>
                  <a:lnTo>
                    <a:pt x="191" y="18"/>
                  </a:lnTo>
                  <a:lnTo>
                    <a:pt x="179" y="21"/>
                  </a:lnTo>
                  <a:lnTo>
                    <a:pt x="167" y="26"/>
                  </a:lnTo>
                  <a:lnTo>
                    <a:pt x="155" y="29"/>
                  </a:lnTo>
                  <a:lnTo>
                    <a:pt x="146" y="35"/>
                  </a:lnTo>
                  <a:lnTo>
                    <a:pt x="134" y="41"/>
                  </a:lnTo>
                  <a:lnTo>
                    <a:pt x="125" y="47"/>
                  </a:lnTo>
                  <a:lnTo>
                    <a:pt x="115" y="52"/>
                  </a:lnTo>
                  <a:lnTo>
                    <a:pt x="106" y="58"/>
                  </a:lnTo>
                  <a:lnTo>
                    <a:pt x="97" y="63"/>
                  </a:lnTo>
                  <a:lnTo>
                    <a:pt x="88" y="72"/>
                  </a:lnTo>
                  <a:lnTo>
                    <a:pt x="79" y="81"/>
                  </a:lnTo>
                  <a:lnTo>
                    <a:pt x="73" y="90"/>
                  </a:lnTo>
                  <a:lnTo>
                    <a:pt x="64" y="99"/>
                  </a:lnTo>
                  <a:lnTo>
                    <a:pt x="58" y="107"/>
                  </a:lnTo>
                  <a:lnTo>
                    <a:pt x="49" y="116"/>
                  </a:lnTo>
                  <a:lnTo>
                    <a:pt x="43" y="125"/>
                  </a:lnTo>
                  <a:lnTo>
                    <a:pt x="38" y="136"/>
                  </a:lnTo>
                  <a:lnTo>
                    <a:pt x="33" y="145"/>
                  </a:lnTo>
                  <a:lnTo>
                    <a:pt x="30" y="156"/>
                  </a:lnTo>
                  <a:lnTo>
                    <a:pt x="24" y="168"/>
                  </a:lnTo>
                  <a:lnTo>
                    <a:pt x="21" y="177"/>
                  </a:lnTo>
                  <a:lnTo>
                    <a:pt x="18" y="188"/>
                  </a:lnTo>
                  <a:lnTo>
                    <a:pt x="15" y="200"/>
                  </a:lnTo>
                  <a:lnTo>
                    <a:pt x="12" y="212"/>
                  </a:lnTo>
                  <a:lnTo>
                    <a:pt x="12" y="223"/>
                  </a:lnTo>
                  <a:lnTo>
                    <a:pt x="9" y="237"/>
                  </a:lnTo>
                  <a:lnTo>
                    <a:pt x="9" y="249"/>
                  </a:lnTo>
                  <a:lnTo>
                    <a:pt x="0" y="249"/>
                  </a:lnTo>
                </a:path>
              </a:pathLst>
            </a:custGeom>
            <a:solidFill>
              <a:srgbClr val="FFB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4681" y="3802"/>
              <a:ext cx="499" cy="247"/>
            </a:xfrm>
            <a:custGeom>
              <a:rect b="b" l="l" r="r" t="t"/>
              <a:pathLst>
                <a:path extrusionOk="0" h="247" w="499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3" y="38"/>
                  </a:lnTo>
                  <a:lnTo>
                    <a:pt x="6" y="50"/>
                  </a:lnTo>
                  <a:lnTo>
                    <a:pt x="9" y="61"/>
                  </a:lnTo>
                  <a:lnTo>
                    <a:pt x="12" y="72"/>
                  </a:lnTo>
                  <a:lnTo>
                    <a:pt x="15" y="84"/>
                  </a:lnTo>
                  <a:lnTo>
                    <a:pt x="21" y="96"/>
                  </a:lnTo>
                  <a:lnTo>
                    <a:pt x="24" y="107"/>
                  </a:lnTo>
                  <a:lnTo>
                    <a:pt x="30" y="116"/>
                  </a:lnTo>
                  <a:lnTo>
                    <a:pt x="36" y="128"/>
                  </a:lnTo>
                  <a:lnTo>
                    <a:pt x="43" y="137"/>
                  </a:lnTo>
                  <a:lnTo>
                    <a:pt x="49" y="147"/>
                  </a:lnTo>
                  <a:lnTo>
                    <a:pt x="58" y="156"/>
                  </a:lnTo>
                  <a:lnTo>
                    <a:pt x="64" y="165"/>
                  </a:lnTo>
                  <a:lnTo>
                    <a:pt x="73" y="174"/>
                  </a:lnTo>
                  <a:lnTo>
                    <a:pt x="82" y="183"/>
                  </a:lnTo>
                  <a:lnTo>
                    <a:pt x="91" y="191"/>
                  </a:lnTo>
                  <a:lnTo>
                    <a:pt x="100" y="197"/>
                  </a:lnTo>
                  <a:lnTo>
                    <a:pt x="112" y="203"/>
                  </a:lnTo>
                  <a:lnTo>
                    <a:pt x="121" y="212"/>
                  </a:lnTo>
                  <a:lnTo>
                    <a:pt x="131" y="218"/>
                  </a:lnTo>
                  <a:lnTo>
                    <a:pt x="140" y="224"/>
                  </a:lnTo>
                  <a:lnTo>
                    <a:pt x="152" y="226"/>
                  </a:lnTo>
                  <a:lnTo>
                    <a:pt x="164" y="231"/>
                  </a:lnTo>
                  <a:lnTo>
                    <a:pt x="176" y="234"/>
                  </a:lnTo>
                  <a:lnTo>
                    <a:pt x="188" y="237"/>
                  </a:lnTo>
                  <a:lnTo>
                    <a:pt x="200" y="240"/>
                  </a:lnTo>
                  <a:lnTo>
                    <a:pt x="210" y="243"/>
                  </a:lnTo>
                  <a:lnTo>
                    <a:pt x="222" y="246"/>
                  </a:lnTo>
                  <a:lnTo>
                    <a:pt x="237" y="246"/>
                  </a:lnTo>
                  <a:lnTo>
                    <a:pt x="249" y="246"/>
                  </a:lnTo>
                  <a:lnTo>
                    <a:pt x="264" y="246"/>
                  </a:lnTo>
                  <a:lnTo>
                    <a:pt x="276" y="246"/>
                  </a:lnTo>
                  <a:lnTo>
                    <a:pt x="288" y="243"/>
                  </a:lnTo>
                  <a:lnTo>
                    <a:pt x="298" y="240"/>
                  </a:lnTo>
                  <a:lnTo>
                    <a:pt x="310" y="237"/>
                  </a:lnTo>
                  <a:lnTo>
                    <a:pt x="325" y="234"/>
                  </a:lnTo>
                  <a:lnTo>
                    <a:pt x="334" y="231"/>
                  </a:lnTo>
                  <a:lnTo>
                    <a:pt x="346" y="226"/>
                  </a:lnTo>
                  <a:lnTo>
                    <a:pt x="358" y="224"/>
                  </a:lnTo>
                  <a:lnTo>
                    <a:pt x="370" y="218"/>
                  </a:lnTo>
                  <a:lnTo>
                    <a:pt x="377" y="212"/>
                  </a:lnTo>
                  <a:lnTo>
                    <a:pt x="389" y="203"/>
                  </a:lnTo>
                  <a:lnTo>
                    <a:pt x="398" y="197"/>
                  </a:lnTo>
                  <a:lnTo>
                    <a:pt x="407" y="191"/>
                  </a:lnTo>
                  <a:lnTo>
                    <a:pt x="416" y="183"/>
                  </a:lnTo>
                  <a:lnTo>
                    <a:pt x="425" y="174"/>
                  </a:lnTo>
                  <a:lnTo>
                    <a:pt x="434" y="165"/>
                  </a:lnTo>
                  <a:lnTo>
                    <a:pt x="443" y="156"/>
                  </a:lnTo>
                  <a:lnTo>
                    <a:pt x="449" y="147"/>
                  </a:lnTo>
                  <a:lnTo>
                    <a:pt x="457" y="137"/>
                  </a:lnTo>
                  <a:lnTo>
                    <a:pt x="462" y="128"/>
                  </a:lnTo>
                  <a:lnTo>
                    <a:pt x="468" y="116"/>
                  </a:lnTo>
                  <a:lnTo>
                    <a:pt x="474" y="107"/>
                  </a:lnTo>
                  <a:lnTo>
                    <a:pt x="480" y="96"/>
                  </a:lnTo>
                  <a:lnTo>
                    <a:pt x="483" y="84"/>
                  </a:lnTo>
                  <a:lnTo>
                    <a:pt x="486" y="72"/>
                  </a:lnTo>
                  <a:lnTo>
                    <a:pt x="492" y="61"/>
                  </a:lnTo>
                  <a:lnTo>
                    <a:pt x="495" y="50"/>
                  </a:lnTo>
                  <a:lnTo>
                    <a:pt x="495" y="38"/>
                  </a:lnTo>
                  <a:lnTo>
                    <a:pt x="498" y="26"/>
                  </a:lnTo>
                  <a:lnTo>
                    <a:pt x="498" y="12"/>
                  </a:lnTo>
                  <a:lnTo>
                    <a:pt x="498" y="0"/>
                  </a:lnTo>
                  <a:lnTo>
                    <a:pt x="489" y="0"/>
                  </a:lnTo>
                  <a:lnTo>
                    <a:pt x="489" y="12"/>
                  </a:lnTo>
                  <a:lnTo>
                    <a:pt x="489" y="23"/>
                  </a:lnTo>
                  <a:lnTo>
                    <a:pt x="486" y="35"/>
                  </a:lnTo>
                  <a:lnTo>
                    <a:pt x="483" y="47"/>
                  </a:lnTo>
                  <a:lnTo>
                    <a:pt x="480" y="58"/>
                  </a:lnTo>
                  <a:lnTo>
                    <a:pt x="477" y="69"/>
                  </a:lnTo>
                  <a:lnTo>
                    <a:pt x="474" y="81"/>
                  </a:lnTo>
                  <a:lnTo>
                    <a:pt x="471" y="93"/>
                  </a:lnTo>
                  <a:lnTo>
                    <a:pt x="465" y="102"/>
                  </a:lnTo>
                  <a:lnTo>
                    <a:pt x="459" y="113"/>
                  </a:lnTo>
                  <a:lnTo>
                    <a:pt x="454" y="122"/>
                  </a:lnTo>
                  <a:lnTo>
                    <a:pt x="449" y="134"/>
                  </a:lnTo>
                  <a:lnTo>
                    <a:pt x="443" y="143"/>
                  </a:lnTo>
                  <a:lnTo>
                    <a:pt x="434" y="150"/>
                  </a:lnTo>
                  <a:lnTo>
                    <a:pt x="428" y="159"/>
                  </a:lnTo>
                  <a:lnTo>
                    <a:pt x="419" y="168"/>
                  </a:lnTo>
                  <a:lnTo>
                    <a:pt x="410" y="174"/>
                  </a:lnTo>
                  <a:lnTo>
                    <a:pt x="401" y="183"/>
                  </a:lnTo>
                  <a:lnTo>
                    <a:pt x="392" y="191"/>
                  </a:lnTo>
                  <a:lnTo>
                    <a:pt x="383" y="197"/>
                  </a:lnTo>
                  <a:lnTo>
                    <a:pt x="374" y="203"/>
                  </a:lnTo>
                  <a:lnTo>
                    <a:pt x="364" y="209"/>
                  </a:lnTo>
                  <a:lnTo>
                    <a:pt x="355" y="215"/>
                  </a:lnTo>
                  <a:lnTo>
                    <a:pt x="343" y="218"/>
                  </a:lnTo>
                  <a:lnTo>
                    <a:pt x="331" y="224"/>
                  </a:lnTo>
                  <a:lnTo>
                    <a:pt x="322" y="226"/>
                  </a:lnTo>
                  <a:lnTo>
                    <a:pt x="310" y="229"/>
                  </a:lnTo>
                  <a:lnTo>
                    <a:pt x="298" y="231"/>
                  </a:lnTo>
                  <a:lnTo>
                    <a:pt x="288" y="234"/>
                  </a:lnTo>
                  <a:lnTo>
                    <a:pt x="276" y="234"/>
                  </a:lnTo>
                  <a:lnTo>
                    <a:pt x="261" y="237"/>
                  </a:lnTo>
                  <a:lnTo>
                    <a:pt x="249" y="237"/>
                  </a:lnTo>
                  <a:lnTo>
                    <a:pt x="237" y="237"/>
                  </a:lnTo>
                  <a:lnTo>
                    <a:pt x="225" y="234"/>
                  </a:lnTo>
                  <a:lnTo>
                    <a:pt x="213" y="234"/>
                  </a:lnTo>
                  <a:lnTo>
                    <a:pt x="203" y="231"/>
                  </a:lnTo>
                  <a:lnTo>
                    <a:pt x="191" y="229"/>
                  </a:lnTo>
                  <a:lnTo>
                    <a:pt x="179" y="226"/>
                  </a:lnTo>
                  <a:lnTo>
                    <a:pt x="167" y="224"/>
                  </a:lnTo>
                  <a:lnTo>
                    <a:pt x="155" y="218"/>
                  </a:lnTo>
                  <a:lnTo>
                    <a:pt x="146" y="215"/>
                  </a:lnTo>
                  <a:lnTo>
                    <a:pt x="134" y="209"/>
                  </a:lnTo>
                  <a:lnTo>
                    <a:pt x="125" y="203"/>
                  </a:lnTo>
                  <a:lnTo>
                    <a:pt x="115" y="197"/>
                  </a:lnTo>
                  <a:lnTo>
                    <a:pt x="106" y="191"/>
                  </a:lnTo>
                  <a:lnTo>
                    <a:pt x="97" y="183"/>
                  </a:lnTo>
                  <a:lnTo>
                    <a:pt x="88" y="174"/>
                  </a:lnTo>
                  <a:lnTo>
                    <a:pt x="79" y="168"/>
                  </a:lnTo>
                  <a:lnTo>
                    <a:pt x="73" y="159"/>
                  </a:lnTo>
                  <a:lnTo>
                    <a:pt x="64" y="150"/>
                  </a:lnTo>
                  <a:lnTo>
                    <a:pt x="58" y="143"/>
                  </a:lnTo>
                  <a:lnTo>
                    <a:pt x="49" y="134"/>
                  </a:lnTo>
                  <a:lnTo>
                    <a:pt x="43" y="122"/>
                  </a:lnTo>
                  <a:lnTo>
                    <a:pt x="38" y="113"/>
                  </a:lnTo>
                  <a:lnTo>
                    <a:pt x="33" y="102"/>
                  </a:lnTo>
                  <a:lnTo>
                    <a:pt x="30" y="93"/>
                  </a:lnTo>
                  <a:lnTo>
                    <a:pt x="24" y="81"/>
                  </a:lnTo>
                  <a:lnTo>
                    <a:pt x="21" y="69"/>
                  </a:lnTo>
                  <a:lnTo>
                    <a:pt x="18" y="58"/>
                  </a:lnTo>
                  <a:lnTo>
                    <a:pt x="15" y="47"/>
                  </a:lnTo>
                  <a:lnTo>
                    <a:pt x="12" y="35"/>
                  </a:lnTo>
                  <a:lnTo>
                    <a:pt x="12" y="23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0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4690" y="3559"/>
              <a:ext cx="481" cy="238"/>
            </a:xfrm>
            <a:custGeom>
              <a:rect b="b" l="l" r="r" t="t"/>
              <a:pathLst>
                <a:path extrusionOk="0" h="238" w="481">
                  <a:moveTo>
                    <a:pt x="0" y="237"/>
                  </a:moveTo>
                  <a:lnTo>
                    <a:pt x="0" y="225"/>
                  </a:lnTo>
                  <a:lnTo>
                    <a:pt x="3" y="211"/>
                  </a:lnTo>
                  <a:lnTo>
                    <a:pt x="3" y="200"/>
                  </a:lnTo>
                  <a:lnTo>
                    <a:pt x="6" y="188"/>
                  </a:lnTo>
                  <a:lnTo>
                    <a:pt x="9" y="177"/>
                  </a:lnTo>
                  <a:lnTo>
                    <a:pt x="12" y="165"/>
                  </a:lnTo>
                  <a:lnTo>
                    <a:pt x="15" y="156"/>
                  </a:lnTo>
                  <a:lnTo>
                    <a:pt x="21" y="144"/>
                  </a:lnTo>
                  <a:lnTo>
                    <a:pt x="24" y="133"/>
                  </a:lnTo>
                  <a:lnTo>
                    <a:pt x="29" y="124"/>
                  </a:lnTo>
                  <a:lnTo>
                    <a:pt x="35" y="113"/>
                  </a:lnTo>
                  <a:lnTo>
                    <a:pt x="40" y="104"/>
                  </a:lnTo>
                  <a:lnTo>
                    <a:pt x="49" y="96"/>
                  </a:lnTo>
                  <a:lnTo>
                    <a:pt x="55" y="87"/>
                  </a:lnTo>
                  <a:lnTo>
                    <a:pt x="64" y="78"/>
                  </a:lnTo>
                  <a:lnTo>
                    <a:pt x="70" y="69"/>
                  </a:lnTo>
                  <a:lnTo>
                    <a:pt x="79" y="60"/>
                  </a:lnTo>
                  <a:lnTo>
                    <a:pt x="88" y="52"/>
                  </a:lnTo>
                  <a:lnTo>
                    <a:pt x="97" y="46"/>
                  </a:lnTo>
                  <a:lnTo>
                    <a:pt x="106" y="40"/>
                  </a:lnTo>
                  <a:lnTo>
                    <a:pt x="117" y="35"/>
                  </a:lnTo>
                  <a:lnTo>
                    <a:pt x="125" y="29"/>
                  </a:lnTo>
                  <a:lnTo>
                    <a:pt x="137" y="23"/>
                  </a:lnTo>
                  <a:lnTo>
                    <a:pt x="146" y="18"/>
                  </a:lnTo>
                  <a:lnTo>
                    <a:pt x="158" y="15"/>
                  </a:lnTo>
                  <a:lnTo>
                    <a:pt x="170" y="9"/>
                  </a:lnTo>
                  <a:lnTo>
                    <a:pt x="182" y="6"/>
                  </a:lnTo>
                  <a:lnTo>
                    <a:pt x="194" y="3"/>
                  </a:lnTo>
                  <a:lnTo>
                    <a:pt x="204" y="3"/>
                  </a:lnTo>
                  <a:lnTo>
                    <a:pt x="216" y="0"/>
                  </a:lnTo>
                  <a:lnTo>
                    <a:pt x="228" y="0"/>
                  </a:lnTo>
                  <a:lnTo>
                    <a:pt x="240" y="0"/>
                  </a:lnTo>
                  <a:lnTo>
                    <a:pt x="252" y="0"/>
                  </a:lnTo>
                  <a:lnTo>
                    <a:pt x="267" y="0"/>
                  </a:lnTo>
                  <a:lnTo>
                    <a:pt x="279" y="3"/>
                  </a:lnTo>
                  <a:lnTo>
                    <a:pt x="289" y="3"/>
                  </a:lnTo>
                  <a:lnTo>
                    <a:pt x="301" y="6"/>
                  </a:lnTo>
                  <a:lnTo>
                    <a:pt x="313" y="9"/>
                  </a:lnTo>
                  <a:lnTo>
                    <a:pt x="322" y="15"/>
                  </a:lnTo>
                  <a:lnTo>
                    <a:pt x="334" y="18"/>
                  </a:lnTo>
                  <a:lnTo>
                    <a:pt x="346" y="23"/>
                  </a:lnTo>
                  <a:lnTo>
                    <a:pt x="355" y="29"/>
                  </a:lnTo>
                  <a:lnTo>
                    <a:pt x="365" y="35"/>
                  </a:lnTo>
                  <a:lnTo>
                    <a:pt x="374" y="40"/>
                  </a:lnTo>
                  <a:lnTo>
                    <a:pt x="383" y="46"/>
                  </a:lnTo>
                  <a:lnTo>
                    <a:pt x="392" y="52"/>
                  </a:lnTo>
                  <a:lnTo>
                    <a:pt x="401" y="60"/>
                  </a:lnTo>
                  <a:lnTo>
                    <a:pt x="410" y="69"/>
                  </a:lnTo>
                  <a:lnTo>
                    <a:pt x="419" y="78"/>
                  </a:lnTo>
                  <a:lnTo>
                    <a:pt x="425" y="87"/>
                  </a:lnTo>
                  <a:lnTo>
                    <a:pt x="434" y="96"/>
                  </a:lnTo>
                  <a:lnTo>
                    <a:pt x="440" y="104"/>
                  </a:lnTo>
                  <a:lnTo>
                    <a:pt x="444" y="113"/>
                  </a:lnTo>
                  <a:lnTo>
                    <a:pt x="450" y="124"/>
                  </a:lnTo>
                  <a:lnTo>
                    <a:pt x="456" y="133"/>
                  </a:lnTo>
                  <a:lnTo>
                    <a:pt x="462" y="144"/>
                  </a:lnTo>
                  <a:lnTo>
                    <a:pt x="465" y="156"/>
                  </a:lnTo>
                  <a:lnTo>
                    <a:pt x="468" y="165"/>
                  </a:lnTo>
                  <a:lnTo>
                    <a:pt x="471" y="177"/>
                  </a:lnTo>
                  <a:lnTo>
                    <a:pt x="474" y="188"/>
                  </a:lnTo>
                  <a:lnTo>
                    <a:pt x="477" y="200"/>
                  </a:lnTo>
                  <a:lnTo>
                    <a:pt x="480" y="211"/>
                  </a:lnTo>
                  <a:lnTo>
                    <a:pt x="480" y="225"/>
                  </a:lnTo>
                  <a:lnTo>
                    <a:pt x="480" y="237"/>
                  </a:lnTo>
                  <a:lnTo>
                    <a:pt x="471" y="237"/>
                  </a:lnTo>
                  <a:lnTo>
                    <a:pt x="471" y="225"/>
                  </a:lnTo>
                  <a:lnTo>
                    <a:pt x="471" y="214"/>
                  </a:lnTo>
                  <a:lnTo>
                    <a:pt x="468" y="203"/>
                  </a:lnTo>
                  <a:lnTo>
                    <a:pt x="465" y="191"/>
                  </a:lnTo>
                  <a:lnTo>
                    <a:pt x="462" y="179"/>
                  </a:lnTo>
                  <a:lnTo>
                    <a:pt x="459" y="168"/>
                  </a:lnTo>
                  <a:lnTo>
                    <a:pt x="456" y="159"/>
                  </a:lnTo>
                  <a:lnTo>
                    <a:pt x="453" y="147"/>
                  </a:lnTo>
                  <a:lnTo>
                    <a:pt x="447" y="138"/>
                  </a:lnTo>
                  <a:lnTo>
                    <a:pt x="444" y="127"/>
                  </a:lnTo>
                  <a:lnTo>
                    <a:pt x="440" y="119"/>
                  </a:lnTo>
                  <a:lnTo>
                    <a:pt x="434" y="110"/>
                  </a:lnTo>
                  <a:lnTo>
                    <a:pt x="425" y="99"/>
                  </a:lnTo>
                  <a:lnTo>
                    <a:pt x="419" y="93"/>
                  </a:lnTo>
                  <a:lnTo>
                    <a:pt x="410" y="84"/>
                  </a:lnTo>
                  <a:lnTo>
                    <a:pt x="404" y="75"/>
                  </a:lnTo>
                  <a:lnTo>
                    <a:pt x="395" y="66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8" y="46"/>
                  </a:lnTo>
                  <a:lnTo>
                    <a:pt x="360" y="40"/>
                  </a:lnTo>
                  <a:lnTo>
                    <a:pt x="352" y="35"/>
                  </a:lnTo>
                  <a:lnTo>
                    <a:pt x="340" y="32"/>
                  </a:lnTo>
                  <a:lnTo>
                    <a:pt x="331" y="26"/>
                  </a:lnTo>
                  <a:lnTo>
                    <a:pt x="319" y="23"/>
                  </a:lnTo>
                  <a:lnTo>
                    <a:pt x="310" y="18"/>
                  </a:lnTo>
                  <a:lnTo>
                    <a:pt x="298" y="15"/>
                  </a:lnTo>
                  <a:lnTo>
                    <a:pt x="286" y="12"/>
                  </a:lnTo>
                  <a:lnTo>
                    <a:pt x="276" y="12"/>
                  </a:lnTo>
                  <a:lnTo>
                    <a:pt x="264" y="9"/>
                  </a:lnTo>
                  <a:lnTo>
                    <a:pt x="252" y="9"/>
                  </a:lnTo>
                  <a:lnTo>
                    <a:pt x="240" y="9"/>
                  </a:lnTo>
                  <a:lnTo>
                    <a:pt x="228" y="9"/>
                  </a:lnTo>
                  <a:lnTo>
                    <a:pt x="216" y="9"/>
                  </a:lnTo>
                  <a:lnTo>
                    <a:pt x="204" y="12"/>
                  </a:lnTo>
                  <a:lnTo>
                    <a:pt x="194" y="12"/>
                  </a:lnTo>
                  <a:lnTo>
                    <a:pt x="185" y="15"/>
                  </a:lnTo>
                  <a:lnTo>
                    <a:pt x="173" y="18"/>
                  </a:lnTo>
                  <a:lnTo>
                    <a:pt x="161" y="23"/>
                  </a:lnTo>
                  <a:lnTo>
                    <a:pt x="152" y="26"/>
                  </a:lnTo>
                  <a:lnTo>
                    <a:pt x="140" y="32"/>
                  </a:lnTo>
                  <a:lnTo>
                    <a:pt x="131" y="35"/>
                  </a:lnTo>
                  <a:lnTo>
                    <a:pt x="120" y="40"/>
                  </a:lnTo>
                  <a:lnTo>
                    <a:pt x="112" y="46"/>
                  </a:lnTo>
                  <a:lnTo>
                    <a:pt x="103" y="55"/>
                  </a:lnTo>
                  <a:lnTo>
                    <a:pt x="94" y="60"/>
                  </a:lnTo>
                  <a:lnTo>
                    <a:pt x="85" y="66"/>
                  </a:lnTo>
                  <a:lnTo>
                    <a:pt x="79" y="75"/>
                  </a:lnTo>
                  <a:lnTo>
                    <a:pt x="70" y="84"/>
                  </a:lnTo>
                  <a:lnTo>
                    <a:pt x="61" y="93"/>
                  </a:lnTo>
                  <a:lnTo>
                    <a:pt x="55" y="99"/>
                  </a:lnTo>
                  <a:lnTo>
                    <a:pt x="49" y="110"/>
                  </a:lnTo>
                  <a:lnTo>
                    <a:pt x="43" y="119"/>
                  </a:lnTo>
                  <a:lnTo>
                    <a:pt x="38" y="127"/>
                  </a:lnTo>
                  <a:lnTo>
                    <a:pt x="32" y="138"/>
                  </a:lnTo>
                  <a:lnTo>
                    <a:pt x="29" y="147"/>
                  </a:lnTo>
                  <a:lnTo>
                    <a:pt x="24" y="159"/>
                  </a:lnTo>
                  <a:lnTo>
                    <a:pt x="21" y="168"/>
                  </a:lnTo>
                  <a:lnTo>
                    <a:pt x="18" y="179"/>
                  </a:lnTo>
                  <a:lnTo>
                    <a:pt x="15" y="191"/>
                  </a:lnTo>
                  <a:lnTo>
                    <a:pt x="12" y="203"/>
                  </a:lnTo>
                  <a:lnTo>
                    <a:pt x="12" y="214"/>
                  </a:lnTo>
                  <a:lnTo>
                    <a:pt x="9" y="225"/>
                  </a:lnTo>
                  <a:lnTo>
                    <a:pt x="9" y="237"/>
                  </a:lnTo>
                  <a:lnTo>
                    <a:pt x="0" y="237"/>
                  </a:lnTo>
                </a:path>
              </a:pathLst>
            </a:custGeom>
            <a:solidFill>
              <a:srgbClr val="FFB5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5"/>
            <p:cNvSpPr/>
            <p:nvPr/>
          </p:nvSpPr>
          <p:spPr>
            <a:xfrm>
              <a:off x="4690" y="3802"/>
              <a:ext cx="481" cy="238"/>
            </a:xfrm>
            <a:custGeom>
              <a:rect b="b" l="l" r="r" t="t"/>
              <a:pathLst>
                <a:path extrusionOk="0" h="238" w="481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3" y="23"/>
                  </a:lnTo>
                  <a:lnTo>
                    <a:pt x="3" y="35"/>
                  </a:lnTo>
                  <a:lnTo>
                    <a:pt x="6" y="47"/>
                  </a:lnTo>
                  <a:lnTo>
                    <a:pt x="9" y="58"/>
                  </a:lnTo>
                  <a:lnTo>
                    <a:pt x="12" y="69"/>
                  </a:lnTo>
                  <a:lnTo>
                    <a:pt x="15" y="81"/>
                  </a:lnTo>
                  <a:lnTo>
                    <a:pt x="21" y="93"/>
                  </a:lnTo>
                  <a:lnTo>
                    <a:pt x="24" y="101"/>
                  </a:lnTo>
                  <a:lnTo>
                    <a:pt x="29" y="113"/>
                  </a:lnTo>
                  <a:lnTo>
                    <a:pt x="35" y="122"/>
                  </a:lnTo>
                  <a:lnTo>
                    <a:pt x="40" y="134"/>
                  </a:lnTo>
                  <a:lnTo>
                    <a:pt x="49" y="142"/>
                  </a:lnTo>
                  <a:lnTo>
                    <a:pt x="55" y="150"/>
                  </a:lnTo>
                  <a:lnTo>
                    <a:pt x="64" y="159"/>
                  </a:lnTo>
                  <a:lnTo>
                    <a:pt x="70" y="168"/>
                  </a:lnTo>
                  <a:lnTo>
                    <a:pt x="79" y="174"/>
                  </a:lnTo>
                  <a:lnTo>
                    <a:pt x="88" y="182"/>
                  </a:lnTo>
                  <a:lnTo>
                    <a:pt x="97" y="191"/>
                  </a:lnTo>
                  <a:lnTo>
                    <a:pt x="106" y="197"/>
                  </a:lnTo>
                  <a:lnTo>
                    <a:pt x="117" y="203"/>
                  </a:lnTo>
                  <a:lnTo>
                    <a:pt x="125" y="209"/>
                  </a:lnTo>
                  <a:lnTo>
                    <a:pt x="137" y="215"/>
                  </a:lnTo>
                  <a:lnTo>
                    <a:pt x="146" y="217"/>
                  </a:lnTo>
                  <a:lnTo>
                    <a:pt x="158" y="223"/>
                  </a:lnTo>
                  <a:lnTo>
                    <a:pt x="170" y="226"/>
                  </a:lnTo>
                  <a:lnTo>
                    <a:pt x="182" y="229"/>
                  </a:lnTo>
                  <a:lnTo>
                    <a:pt x="194" y="231"/>
                  </a:lnTo>
                  <a:lnTo>
                    <a:pt x="204" y="234"/>
                  </a:lnTo>
                  <a:lnTo>
                    <a:pt x="216" y="234"/>
                  </a:lnTo>
                  <a:lnTo>
                    <a:pt x="228" y="237"/>
                  </a:lnTo>
                  <a:lnTo>
                    <a:pt x="240" y="237"/>
                  </a:lnTo>
                  <a:lnTo>
                    <a:pt x="252" y="237"/>
                  </a:lnTo>
                  <a:lnTo>
                    <a:pt x="267" y="234"/>
                  </a:lnTo>
                  <a:lnTo>
                    <a:pt x="279" y="234"/>
                  </a:lnTo>
                  <a:lnTo>
                    <a:pt x="289" y="231"/>
                  </a:lnTo>
                  <a:lnTo>
                    <a:pt x="301" y="229"/>
                  </a:lnTo>
                  <a:lnTo>
                    <a:pt x="313" y="226"/>
                  </a:lnTo>
                  <a:lnTo>
                    <a:pt x="322" y="223"/>
                  </a:lnTo>
                  <a:lnTo>
                    <a:pt x="334" y="217"/>
                  </a:lnTo>
                  <a:lnTo>
                    <a:pt x="346" y="215"/>
                  </a:lnTo>
                  <a:lnTo>
                    <a:pt x="355" y="209"/>
                  </a:lnTo>
                  <a:lnTo>
                    <a:pt x="365" y="203"/>
                  </a:lnTo>
                  <a:lnTo>
                    <a:pt x="374" y="197"/>
                  </a:lnTo>
                  <a:lnTo>
                    <a:pt x="383" y="191"/>
                  </a:lnTo>
                  <a:lnTo>
                    <a:pt x="392" y="182"/>
                  </a:lnTo>
                  <a:lnTo>
                    <a:pt x="401" y="174"/>
                  </a:lnTo>
                  <a:lnTo>
                    <a:pt x="410" y="168"/>
                  </a:lnTo>
                  <a:lnTo>
                    <a:pt x="419" y="159"/>
                  </a:lnTo>
                  <a:lnTo>
                    <a:pt x="425" y="150"/>
                  </a:lnTo>
                  <a:lnTo>
                    <a:pt x="434" y="142"/>
                  </a:lnTo>
                  <a:lnTo>
                    <a:pt x="440" y="134"/>
                  </a:lnTo>
                  <a:lnTo>
                    <a:pt x="444" y="122"/>
                  </a:lnTo>
                  <a:lnTo>
                    <a:pt x="450" y="113"/>
                  </a:lnTo>
                  <a:lnTo>
                    <a:pt x="456" y="101"/>
                  </a:lnTo>
                  <a:lnTo>
                    <a:pt x="462" y="93"/>
                  </a:lnTo>
                  <a:lnTo>
                    <a:pt x="465" y="81"/>
                  </a:lnTo>
                  <a:lnTo>
                    <a:pt x="468" y="69"/>
                  </a:lnTo>
                  <a:lnTo>
                    <a:pt x="471" y="58"/>
                  </a:lnTo>
                  <a:lnTo>
                    <a:pt x="474" y="47"/>
                  </a:lnTo>
                  <a:lnTo>
                    <a:pt x="477" y="35"/>
                  </a:lnTo>
                  <a:lnTo>
                    <a:pt x="480" y="23"/>
                  </a:lnTo>
                  <a:lnTo>
                    <a:pt x="480" y="12"/>
                  </a:lnTo>
                  <a:lnTo>
                    <a:pt x="480" y="0"/>
                  </a:lnTo>
                  <a:lnTo>
                    <a:pt x="471" y="0"/>
                  </a:lnTo>
                  <a:lnTo>
                    <a:pt x="471" y="12"/>
                  </a:lnTo>
                  <a:lnTo>
                    <a:pt x="471" y="23"/>
                  </a:lnTo>
                  <a:lnTo>
                    <a:pt x="468" y="35"/>
                  </a:lnTo>
                  <a:lnTo>
                    <a:pt x="465" y="47"/>
                  </a:lnTo>
                  <a:lnTo>
                    <a:pt x="462" y="56"/>
                  </a:lnTo>
                  <a:lnTo>
                    <a:pt x="459" y="66"/>
                  </a:lnTo>
                  <a:lnTo>
                    <a:pt x="456" y="78"/>
                  </a:lnTo>
                  <a:lnTo>
                    <a:pt x="453" y="87"/>
                  </a:lnTo>
                  <a:lnTo>
                    <a:pt x="447" y="99"/>
                  </a:lnTo>
                  <a:lnTo>
                    <a:pt x="444" y="107"/>
                  </a:lnTo>
                  <a:lnTo>
                    <a:pt x="440" y="119"/>
                  </a:lnTo>
                  <a:lnTo>
                    <a:pt x="434" y="128"/>
                  </a:lnTo>
                  <a:lnTo>
                    <a:pt x="425" y="137"/>
                  </a:lnTo>
                  <a:lnTo>
                    <a:pt x="419" y="144"/>
                  </a:lnTo>
                  <a:lnTo>
                    <a:pt x="410" y="153"/>
                  </a:lnTo>
                  <a:lnTo>
                    <a:pt x="404" y="162"/>
                  </a:lnTo>
                  <a:lnTo>
                    <a:pt x="395" y="168"/>
                  </a:lnTo>
                  <a:lnTo>
                    <a:pt x="386" y="177"/>
                  </a:lnTo>
                  <a:lnTo>
                    <a:pt x="377" y="182"/>
                  </a:lnTo>
                  <a:lnTo>
                    <a:pt x="368" y="188"/>
                  </a:lnTo>
                  <a:lnTo>
                    <a:pt x="360" y="194"/>
                  </a:lnTo>
                  <a:lnTo>
                    <a:pt x="352" y="200"/>
                  </a:lnTo>
                  <a:lnTo>
                    <a:pt x="340" y="206"/>
                  </a:lnTo>
                  <a:lnTo>
                    <a:pt x="331" y="209"/>
                  </a:lnTo>
                  <a:lnTo>
                    <a:pt x="319" y="215"/>
                  </a:lnTo>
                  <a:lnTo>
                    <a:pt x="310" y="217"/>
                  </a:lnTo>
                  <a:lnTo>
                    <a:pt x="298" y="220"/>
                  </a:lnTo>
                  <a:lnTo>
                    <a:pt x="286" y="223"/>
                  </a:lnTo>
                  <a:lnTo>
                    <a:pt x="276" y="226"/>
                  </a:lnTo>
                  <a:lnTo>
                    <a:pt x="264" y="226"/>
                  </a:lnTo>
                  <a:lnTo>
                    <a:pt x="252" y="229"/>
                  </a:lnTo>
                  <a:lnTo>
                    <a:pt x="240" y="229"/>
                  </a:lnTo>
                  <a:lnTo>
                    <a:pt x="228" y="229"/>
                  </a:lnTo>
                  <a:lnTo>
                    <a:pt x="216" y="226"/>
                  </a:lnTo>
                  <a:lnTo>
                    <a:pt x="204" y="226"/>
                  </a:lnTo>
                  <a:lnTo>
                    <a:pt x="194" y="223"/>
                  </a:lnTo>
                  <a:lnTo>
                    <a:pt x="185" y="220"/>
                  </a:lnTo>
                  <a:lnTo>
                    <a:pt x="173" y="217"/>
                  </a:lnTo>
                  <a:lnTo>
                    <a:pt x="161" y="215"/>
                  </a:lnTo>
                  <a:lnTo>
                    <a:pt x="152" y="209"/>
                  </a:lnTo>
                  <a:lnTo>
                    <a:pt x="140" y="206"/>
                  </a:lnTo>
                  <a:lnTo>
                    <a:pt x="131" y="200"/>
                  </a:lnTo>
                  <a:lnTo>
                    <a:pt x="120" y="194"/>
                  </a:lnTo>
                  <a:lnTo>
                    <a:pt x="112" y="188"/>
                  </a:lnTo>
                  <a:lnTo>
                    <a:pt x="103" y="182"/>
                  </a:lnTo>
                  <a:lnTo>
                    <a:pt x="94" y="177"/>
                  </a:lnTo>
                  <a:lnTo>
                    <a:pt x="85" y="168"/>
                  </a:lnTo>
                  <a:lnTo>
                    <a:pt x="79" y="162"/>
                  </a:lnTo>
                  <a:lnTo>
                    <a:pt x="70" y="153"/>
                  </a:lnTo>
                  <a:lnTo>
                    <a:pt x="61" y="144"/>
                  </a:lnTo>
                  <a:lnTo>
                    <a:pt x="55" y="137"/>
                  </a:lnTo>
                  <a:lnTo>
                    <a:pt x="49" y="128"/>
                  </a:lnTo>
                  <a:lnTo>
                    <a:pt x="43" y="119"/>
                  </a:lnTo>
                  <a:lnTo>
                    <a:pt x="38" y="107"/>
                  </a:lnTo>
                  <a:lnTo>
                    <a:pt x="32" y="99"/>
                  </a:lnTo>
                  <a:lnTo>
                    <a:pt x="29" y="87"/>
                  </a:lnTo>
                  <a:lnTo>
                    <a:pt x="24" y="78"/>
                  </a:lnTo>
                  <a:lnTo>
                    <a:pt x="21" y="66"/>
                  </a:lnTo>
                  <a:lnTo>
                    <a:pt x="18" y="56"/>
                  </a:lnTo>
                  <a:lnTo>
                    <a:pt x="15" y="47"/>
                  </a:lnTo>
                  <a:lnTo>
                    <a:pt x="12" y="35"/>
                  </a:lnTo>
                  <a:lnTo>
                    <a:pt x="12" y="23"/>
                  </a:lnTo>
                  <a:lnTo>
                    <a:pt x="9" y="12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5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35"/>
            <p:cNvSpPr/>
            <p:nvPr/>
          </p:nvSpPr>
          <p:spPr>
            <a:xfrm>
              <a:off x="4699" y="3568"/>
              <a:ext cx="463" cy="229"/>
            </a:xfrm>
            <a:custGeom>
              <a:rect b="b" l="l" r="r" t="t"/>
              <a:pathLst>
                <a:path extrusionOk="0" h="229" w="463">
                  <a:moveTo>
                    <a:pt x="0" y="228"/>
                  </a:moveTo>
                  <a:lnTo>
                    <a:pt x="0" y="216"/>
                  </a:lnTo>
                  <a:lnTo>
                    <a:pt x="3" y="205"/>
                  </a:lnTo>
                  <a:lnTo>
                    <a:pt x="3" y="194"/>
                  </a:lnTo>
                  <a:lnTo>
                    <a:pt x="6" y="182"/>
                  </a:lnTo>
                  <a:lnTo>
                    <a:pt x="9" y="171"/>
                  </a:lnTo>
                  <a:lnTo>
                    <a:pt x="12" y="159"/>
                  </a:lnTo>
                  <a:lnTo>
                    <a:pt x="15" y="150"/>
                  </a:lnTo>
                  <a:lnTo>
                    <a:pt x="20" y="138"/>
                  </a:lnTo>
                  <a:lnTo>
                    <a:pt x="23" y="130"/>
                  </a:lnTo>
                  <a:lnTo>
                    <a:pt x="29" y="118"/>
                  </a:lnTo>
                  <a:lnTo>
                    <a:pt x="35" y="110"/>
                  </a:lnTo>
                  <a:lnTo>
                    <a:pt x="40" y="101"/>
                  </a:lnTo>
                  <a:lnTo>
                    <a:pt x="46" y="90"/>
                  </a:lnTo>
                  <a:lnTo>
                    <a:pt x="52" y="84"/>
                  </a:lnTo>
                  <a:lnTo>
                    <a:pt x="61" y="75"/>
                  </a:lnTo>
                  <a:lnTo>
                    <a:pt x="70" y="66"/>
                  </a:lnTo>
                  <a:lnTo>
                    <a:pt x="76" y="57"/>
                  </a:lnTo>
                  <a:lnTo>
                    <a:pt x="85" y="52"/>
                  </a:lnTo>
                  <a:lnTo>
                    <a:pt x="94" y="46"/>
                  </a:lnTo>
                  <a:lnTo>
                    <a:pt x="103" y="37"/>
                  </a:lnTo>
                  <a:lnTo>
                    <a:pt x="111" y="31"/>
                  </a:lnTo>
                  <a:lnTo>
                    <a:pt x="122" y="26"/>
                  </a:lnTo>
                  <a:lnTo>
                    <a:pt x="131" y="23"/>
                  </a:lnTo>
                  <a:lnTo>
                    <a:pt x="143" y="18"/>
                  </a:lnTo>
                  <a:lnTo>
                    <a:pt x="152" y="15"/>
                  </a:lnTo>
                  <a:lnTo>
                    <a:pt x="164" y="9"/>
                  </a:lnTo>
                  <a:lnTo>
                    <a:pt x="176" y="6"/>
                  </a:lnTo>
                  <a:lnTo>
                    <a:pt x="185" y="3"/>
                  </a:lnTo>
                  <a:lnTo>
                    <a:pt x="195" y="3"/>
                  </a:lnTo>
                  <a:lnTo>
                    <a:pt x="207" y="0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43" y="0"/>
                  </a:lnTo>
                  <a:lnTo>
                    <a:pt x="255" y="0"/>
                  </a:lnTo>
                  <a:lnTo>
                    <a:pt x="267" y="3"/>
                  </a:lnTo>
                  <a:lnTo>
                    <a:pt x="277" y="3"/>
                  </a:lnTo>
                  <a:lnTo>
                    <a:pt x="289" y="6"/>
                  </a:lnTo>
                  <a:lnTo>
                    <a:pt x="301" y="9"/>
                  </a:lnTo>
                  <a:lnTo>
                    <a:pt x="310" y="15"/>
                  </a:lnTo>
                  <a:lnTo>
                    <a:pt x="322" y="18"/>
                  </a:lnTo>
                  <a:lnTo>
                    <a:pt x="331" y="23"/>
                  </a:lnTo>
                  <a:lnTo>
                    <a:pt x="343" y="26"/>
                  </a:lnTo>
                  <a:lnTo>
                    <a:pt x="351" y="31"/>
                  </a:lnTo>
                  <a:lnTo>
                    <a:pt x="359" y="37"/>
                  </a:lnTo>
                  <a:lnTo>
                    <a:pt x="368" y="46"/>
                  </a:lnTo>
                  <a:lnTo>
                    <a:pt x="377" y="52"/>
                  </a:lnTo>
                  <a:lnTo>
                    <a:pt x="386" y="57"/>
                  </a:lnTo>
                  <a:lnTo>
                    <a:pt x="395" y="66"/>
                  </a:lnTo>
                  <a:lnTo>
                    <a:pt x="401" y="75"/>
                  </a:lnTo>
                  <a:lnTo>
                    <a:pt x="410" y="84"/>
                  </a:lnTo>
                  <a:lnTo>
                    <a:pt x="416" y="90"/>
                  </a:lnTo>
                  <a:lnTo>
                    <a:pt x="424" y="101"/>
                  </a:lnTo>
                  <a:lnTo>
                    <a:pt x="430" y="110"/>
                  </a:lnTo>
                  <a:lnTo>
                    <a:pt x="435" y="118"/>
                  </a:lnTo>
                  <a:lnTo>
                    <a:pt x="438" y="130"/>
                  </a:lnTo>
                  <a:lnTo>
                    <a:pt x="444" y="138"/>
                  </a:lnTo>
                  <a:lnTo>
                    <a:pt x="447" y="150"/>
                  </a:lnTo>
                  <a:lnTo>
                    <a:pt x="450" y="159"/>
                  </a:lnTo>
                  <a:lnTo>
                    <a:pt x="453" y="171"/>
                  </a:lnTo>
                  <a:lnTo>
                    <a:pt x="456" y="182"/>
                  </a:lnTo>
                  <a:lnTo>
                    <a:pt x="459" y="194"/>
                  </a:lnTo>
                  <a:lnTo>
                    <a:pt x="462" y="205"/>
                  </a:lnTo>
                  <a:lnTo>
                    <a:pt x="462" y="216"/>
                  </a:lnTo>
                  <a:lnTo>
                    <a:pt x="462" y="228"/>
                  </a:lnTo>
                  <a:lnTo>
                    <a:pt x="453" y="228"/>
                  </a:lnTo>
                  <a:lnTo>
                    <a:pt x="453" y="205"/>
                  </a:lnTo>
                  <a:lnTo>
                    <a:pt x="447" y="185"/>
                  </a:lnTo>
                  <a:lnTo>
                    <a:pt x="444" y="162"/>
                  </a:lnTo>
                  <a:lnTo>
                    <a:pt x="435" y="141"/>
                  </a:lnTo>
                  <a:lnTo>
                    <a:pt x="427" y="124"/>
                  </a:lnTo>
                  <a:lnTo>
                    <a:pt x="416" y="104"/>
                  </a:lnTo>
                  <a:lnTo>
                    <a:pt x="404" y="90"/>
                  </a:lnTo>
                  <a:lnTo>
                    <a:pt x="389" y="72"/>
                  </a:lnTo>
                  <a:lnTo>
                    <a:pt x="371" y="57"/>
                  </a:lnTo>
                  <a:lnTo>
                    <a:pt x="353" y="46"/>
                  </a:lnTo>
                  <a:lnTo>
                    <a:pt x="337" y="34"/>
                  </a:lnTo>
                  <a:lnTo>
                    <a:pt x="319" y="26"/>
                  </a:lnTo>
                  <a:lnTo>
                    <a:pt x="298" y="18"/>
                  </a:lnTo>
                  <a:lnTo>
                    <a:pt x="274" y="15"/>
                  </a:lnTo>
                  <a:lnTo>
                    <a:pt x="255" y="9"/>
                  </a:lnTo>
                  <a:lnTo>
                    <a:pt x="231" y="9"/>
                  </a:lnTo>
                  <a:lnTo>
                    <a:pt x="207" y="9"/>
                  </a:lnTo>
                  <a:lnTo>
                    <a:pt x="187" y="15"/>
                  </a:lnTo>
                  <a:lnTo>
                    <a:pt x="167" y="18"/>
                  </a:lnTo>
                  <a:lnTo>
                    <a:pt x="146" y="26"/>
                  </a:lnTo>
                  <a:lnTo>
                    <a:pt x="125" y="34"/>
                  </a:lnTo>
                  <a:lnTo>
                    <a:pt x="108" y="46"/>
                  </a:lnTo>
                  <a:lnTo>
                    <a:pt x="91" y="57"/>
                  </a:lnTo>
                  <a:lnTo>
                    <a:pt x="76" y="72"/>
                  </a:lnTo>
                  <a:lnTo>
                    <a:pt x="61" y="90"/>
                  </a:lnTo>
                  <a:lnTo>
                    <a:pt x="46" y="104"/>
                  </a:lnTo>
                  <a:lnTo>
                    <a:pt x="38" y="124"/>
                  </a:lnTo>
                  <a:lnTo>
                    <a:pt x="26" y="141"/>
                  </a:lnTo>
                  <a:lnTo>
                    <a:pt x="20" y="162"/>
                  </a:lnTo>
                  <a:lnTo>
                    <a:pt x="15" y="185"/>
                  </a:lnTo>
                  <a:lnTo>
                    <a:pt x="12" y="205"/>
                  </a:lnTo>
                  <a:lnTo>
                    <a:pt x="9" y="228"/>
                  </a:lnTo>
                  <a:lnTo>
                    <a:pt x="0" y="228"/>
                  </a:lnTo>
                </a:path>
              </a:pathLst>
            </a:custGeom>
            <a:solidFill>
              <a:srgbClr val="FFB8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4699" y="3802"/>
              <a:ext cx="463" cy="230"/>
            </a:xfrm>
            <a:custGeom>
              <a:rect b="b" l="l" r="r" t="t"/>
              <a:pathLst>
                <a:path extrusionOk="0" h="230" w="463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3" y="23"/>
                  </a:lnTo>
                  <a:lnTo>
                    <a:pt x="3" y="35"/>
                  </a:lnTo>
                  <a:lnTo>
                    <a:pt x="6" y="47"/>
                  </a:lnTo>
                  <a:lnTo>
                    <a:pt x="9" y="56"/>
                  </a:lnTo>
                  <a:lnTo>
                    <a:pt x="12" y="66"/>
                  </a:lnTo>
                  <a:lnTo>
                    <a:pt x="15" y="78"/>
                  </a:lnTo>
                  <a:lnTo>
                    <a:pt x="20" y="87"/>
                  </a:lnTo>
                  <a:lnTo>
                    <a:pt x="23" y="98"/>
                  </a:lnTo>
                  <a:lnTo>
                    <a:pt x="29" y="107"/>
                  </a:lnTo>
                  <a:lnTo>
                    <a:pt x="35" y="119"/>
                  </a:lnTo>
                  <a:lnTo>
                    <a:pt x="40" y="128"/>
                  </a:lnTo>
                  <a:lnTo>
                    <a:pt x="46" y="136"/>
                  </a:lnTo>
                  <a:lnTo>
                    <a:pt x="52" y="144"/>
                  </a:lnTo>
                  <a:lnTo>
                    <a:pt x="61" y="153"/>
                  </a:lnTo>
                  <a:lnTo>
                    <a:pt x="70" y="162"/>
                  </a:lnTo>
                  <a:lnTo>
                    <a:pt x="76" y="168"/>
                  </a:lnTo>
                  <a:lnTo>
                    <a:pt x="85" y="176"/>
                  </a:lnTo>
                  <a:lnTo>
                    <a:pt x="94" y="182"/>
                  </a:lnTo>
                  <a:lnTo>
                    <a:pt x="103" y="188"/>
                  </a:lnTo>
                  <a:lnTo>
                    <a:pt x="111" y="194"/>
                  </a:lnTo>
                  <a:lnTo>
                    <a:pt x="122" y="200"/>
                  </a:lnTo>
                  <a:lnTo>
                    <a:pt x="131" y="206"/>
                  </a:lnTo>
                  <a:lnTo>
                    <a:pt x="143" y="209"/>
                  </a:lnTo>
                  <a:lnTo>
                    <a:pt x="152" y="214"/>
                  </a:lnTo>
                  <a:lnTo>
                    <a:pt x="164" y="217"/>
                  </a:lnTo>
                  <a:lnTo>
                    <a:pt x="176" y="220"/>
                  </a:lnTo>
                  <a:lnTo>
                    <a:pt x="185" y="223"/>
                  </a:lnTo>
                  <a:lnTo>
                    <a:pt x="195" y="226"/>
                  </a:lnTo>
                  <a:lnTo>
                    <a:pt x="207" y="226"/>
                  </a:lnTo>
                  <a:lnTo>
                    <a:pt x="219" y="229"/>
                  </a:lnTo>
                  <a:lnTo>
                    <a:pt x="231" y="229"/>
                  </a:lnTo>
                  <a:lnTo>
                    <a:pt x="243" y="229"/>
                  </a:lnTo>
                  <a:lnTo>
                    <a:pt x="255" y="226"/>
                  </a:lnTo>
                  <a:lnTo>
                    <a:pt x="267" y="226"/>
                  </a:lnTo>
                  <a:lnTo>
                    <a:pt x="277" y="223"/>
                  </a:lnTo>
                  <a:lnTo>
                    <a:pt x="289" y="220"/>
                  </a:lnTo>
                  <a:lnTo>
                    <a:pt x="301" y="217"/>
                  </a:lnTo>
                  <a:lnTo>
                    <a:pt x="310" y="214"/>
                  </a:lnTo>
                  <a:lnTo>
                    <a:pt x="322" y="209"/>
                  </a:lnTo>
                  <a:lnTo>
                    <a:pt x="331" y="206"/>
                  </a:lnTo>
                  <a:lnTo>
                    <a:pt x="343" y="200"/>
                  </a:lnTo>
                  <a:lnTo>
                    <a:pt x="351" y="194"/>
                  </a:lnTo>
                  <a:lnTo>
                    <a:pt x="359" y="188"/>
                  </a:lnTo>
                  <a:lnTo>
                    <a:pt x="368" y="182"/>
                  </a:lnTo>
                  <a:lnTo>
                    <a:pt x="377" y="176"/>
                  </a:lnTo>
                  <a:lnTo>
                    <a:pt x="386" y="168"/>
                  </a:lnTo>
                  <a:lnTo>
                    <a:pt x="395" y="162"/>
                  </a:lnTo>
                  <a:lnTo>
                    <a:pt x="401" y="153"/>
                  </a:lnTo>
                  <a:lnTo>
                    <a:pt x="410" y="144"/>
                  </a:lnTo>
                  <a:lnTo>
                    <a:pt x="416" y="136"/>
                  </a:lnTo>
                  <a:lnTo>
                    <a:pt x="424" y="128"/>
                  </a:lnTo>
                  <a:lnTo>
                    <a:pt x="430" y="119"/>
                  </a:lnTo>
                  <a:lnTo>
                    <a:pt x="435" y="107"/>
                  </a:lnTo>
                  <a:lnTo>
                    <a:pt x="438" y="98"/>
                  </a:lnTo>
                  <a:lnTo>
                    <a:pt x="444" y="87"/>
                  </a:lnTo>
                  <a:lnTo>
                    <a:pt x="447" y="78"/>
                  </a:lnTo>
                  <a:lnTo>
                    <a:pt x="450" y="66"/>
                  </a:lnTo>
                  <a:lnTo>
                    <a:pt x="453" y="56"/>
                  </a:lnTo>
                  <a:lnTo>
                    <a:pt x="456" y="47"/>
                  </a:lnTo>
                  <a:lnTo>
                    <a:pt x="459" y="35"/>
                  </a:lnTo>
                  <a:lnTo>
                    <a:pt x="462" y="23"/>
                  </a:lnTo>
                  <a:lnTo>
                    <a:pt x="462" y="12"/>
                  </a:lnTo>
                  <a:lnTo>
                    <a:pt x="462" y="0"/>
                  </a:lnTo>
                  <a:lnTo>
                    <a:pt x="453" y="0"/>
                  </a:lnTo>
                  <a:lnTo>
                    <a:pt x="453" y="23"/>
                  </a:lnTo>
                  <a:lnTo>
                    <a:pt x="447" y="44"/>
                  </a:lnTo>
                  <a:lnTo>
                    <a:pt x="444" y="63"/>
                  </a:lnTo>
                  <a:lnTo>
                    <a:pt x="435" y="84"/>
                  </a:lnTo>
                  <a:lnTo>
                    <a:pt x="427" y="104"/>
                  </a:lnTo>
                  <a:lnTo>
                    <a:pt x="416" y="122"/>
                  </a:lnTo>
                  <a:lnTo>
                    <a:pt x="404" y="139"/>
                  </a:lnTo>
                  <a:lnTo>
                    <a:pt x="389" y="153"/>
                  </a:lnTo>
                  <a:lnTo>
                    <a:pt x="371" y="168"/>
                  </a:lnTo>
                  <a:lnTo>
                    <a:pt x="353" y="182"/>
                  </a:lnTo>
                  <a:lnTo>
                    <a:pt x="337" y="191"/>
                  </a:lnTo>
                  <a:lnTo>
                    <a:pt x="319" y="203"/>
                  </a:lnTo>
                  <a:lnTo>
                    <a:pt x="298" y="209"/>
                  </a:lnTo>
                  <a:lnTo>
                    <a:pt x="274" y="214"/>
                  </a:lnTo>
                  <a:lnTo>
                    <a:pt x="255" y="217"/>
                  </a:lnTo>
                  <a:lnTo>
                    <a:pt x="231" y="220"/>
                  </a:lnTo>
                  <a:lnTo>
                    <a:pt x="207" y="217"/>
                  </a:lnTo>
                  <a:lnTo>
                    <a:pt x="187" y="214"/>
                  </a:lnTo>
                  <a:lnTo>
                    <a:pt x="167" y="209"/>
                  </a:lnTo>
                  <a:lnTo>
                    <a:pt x="146" y="203"/>
                  </a:lnTo>
                  <a:lnTo>
                    <a:pt x="125" y="191"/>
                  </a:lnTo>
                  <a:lnTo>
                    <a:pt x="108" y="182"/>
                  </a:lnTo>
                  <a:lnTo>
                    <a:pt x="91" y="168"/>
                  </a:lnTo>
                  <a:lnTo>
                    <a:pt x="76" y="153"/>
                  </a:lnTo>
                  <a:lnTo>
                    <a:pt x="61" y="139"/>
                  </a:lnTo>
                  <a:lnTo>
                    <a:pt x="46" y="122"/>
                  </a:lnTo>
                  <a:lnTo>
                    <a:pt x="38" y="104"/>
                  </a:lnTo>
                  <a:lnTo>
                    <a:pt x="26" y="84"/>
                  </a:lnTo>
                  <a:lnTo>
                    <a:pt x="20" y="63"/>
                  </a:lnTo>
                  <a:lnTo>
                    <a:pt x="15" y="44"/>
                  </a:lnTo>
                  <a:lnTo>
                    <a:pt x="12" y="23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83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5"/>
            <p:cNvSpPr/>
            <p:nvPr/>
          </p:nvSpPr>
          <p:spPr>
            <a:xfrm>
              <a:off x="4708" y="3577"/>
              <a:ext cx="445" cy="220"/>
            </a:xfrm>
            <a:custGeom>
              <a:rect b="b" l="l" r="r" t="t"/>
              <a:pathLst>
                <a:path extrusionOk="0" h="220" w="445">
                  <a:moveTo>
                    <a:pt x="0" y="219"/>
                  </a:moveTo>
                  <a:lnTo>
                    <a:pt x="3" y="196"/>
                  </a:lnTo>
                  <a:lnTo>
                    <a:pt x="6" y="176"/>
                  </a:lnTo>
                  <a:lnTo>
                    <a:pt x="11" y="153"/>
                  </a:lnTo>
                  <a:lnTo>
                    <a:pt x="17" y="132"/>
                  </a:lnTo>
                  <a:lnTo>
                    <a:pt x="29" y="115"/>
                  </a:lnTo>
                  <a:lnTo>
                    <a:pt x="37" y="95"/>
                  </a:lnTo>
                  <a:lnTo>
                    <a:pt x="52" y="81"/>
                  </a:lnTo>
                  <a:lnTo>
                    <a:pt x="67" y="63"/>
                  </a:lnTo>
                  <a:lnTo>
                    <a:pt x="82" y="49"/>
                  </a:lnTo>
                  <a:lnTo>
                    <a:pt x="99" y="37"/>
                  </a:lnTo>
                  <a:lnTo>
                    <a:pt x="116" y="25"/>
                  </a:lnTo>
                  <a:lnTo>
                    <a:pt x="137" y="18"/>
                  </a:lnTo>
                  <a:lnTo>
                    <a:pt x="158" y="9"/>
                  </a:lnTo>
                  <a:lnTo>
                    <a:pt x="178" y="6"/>
                  </a:lnTo>
                  <a:lnTo>
                    <a:pt x="198" y="0"/>
                  </a:lnTo>
                  <a:lnTo>
                    <a:pt x="222" y="0"/>
                  </a:lnTo>
                  <a:lnTo>
                    <a:pt x="246" y="0"/>
                  </a:lnTo>
                  <a:lnTo>
                    <a:pt x="265" y="6"/>
                  </a:lnTo>
                  <a:lnTo>
                    <a:pt x="289" y="9"/>
                  </a:lnTo>
                  <a:lnTo>
                    <a:pt x="310" y="18"/>
                  </a:lnTo>
                  <a:lnTo>
                    <a:pt x="328" y="25"/>
                  </a:lnTo>
                  <a:lnTo>
                    <a:pt x="344" y="37"/>
                  </a:lnTo>
                  <a:lnTo>
                    <a:pt x="362" y="49"/>
                  </a:lnTo>
                  <a:lnTo>
                    <a:pt x="380" y="63"/>
                  </a:lnTo>
                  <a:lnTo>
                    <a:pt x="395" y="81"/>
                  </a:lnTo>
                  <a:lnTo>
                    <a:pt x="407" y="95"/>
                  </a:lnTo>
                  <a:lnTo>
                    <a:pt x="418" y="115"/>
                  </a:lnTo>
                  <a:lnTo>
                    <a:pt x="426" y="132"/>
                  </a:lnTo>
                  <a:lnTo>
                    <a:pt x="435" y="153"/>
                  </a:lnTo>
                  <a:lnTo>
                    <a:pt x="438" y="176"/>
                  </a:lnTo>
                  <a:lnTo>
                    <a:pt x="444" y="196"/>
                  </a:lnTo>
                  <a:lnTo>
                    <a:pt x="444" y="219"/>
                  </a:lnTo>
                  <a:lnTo>
                    <a:pt x="435" y="219"/>
                  </a:lnTo>
                  <a:lnTo>
                    <a:pt x="432" y="196"/>
                  </a:lnTo>
                  <a:lnTo>
                    <a:pt x="429" y="176"/>
                  </a:lnTo>
                  <a:lnTo>
                    <a:pt x="424" y="156"/>
                  </a:lnTo>
                  <a:lnTo>
                    <a:pt x="418" y="138"/>
                  </a:lnTo>
                  <a:lnTo>
                    <a:pt x="409" y="118"/>
                  </a:lnTo>
                  <a:lnTo>
                    <a:pt x="398" y="101"/>
                  </a:lnTo>
                  <a:lnTo>
                    <a:pt x="386" y="87"/>
                  </a:lnTo>
                  <a:lnTo>
                    <a:pt x="371" y="69"/>
                  </a:lnTo>
                  <a:lnTo>
                    <a:pt x="356" y="57"/>
                  </a:lnTo>
                  <a:lnTo>
                    <a:pt x="342" y="46"/>
                  </a:lnTo>
                  <a:lnTo>
                    <a:pt x="325" y="34"/>
                  </a:lnTo>
                  <a:lnTo>
                    <a:pt x="304" y="25"/>
                  </a:lnTo>
                  <a:lnTo>
                    <a:pt x="286" y="18"/>
                  </a:lnTo>
                  <a:lnTo>
                    <a:pt x="265" y="15"/>
                  </a:lnTo>
                  <a:lnTo>
                    <a:pt x="246" y="12"/>
                  </a:lnTo>
                  <a:lnTo>
                    <a:pt x="222" y="9"/>
                  </a:lnTo>
                  <a:lnTo>
                    <a:pt x="201" y="12"/>
                  </a:lnTo>
                  <a:lnTo>
                    <a:pt x="181" y="15"/>
                  </a:lnTo>
                  <a:lnTo>
                    <a:pt x="161" y="18"/>
                  </a:lnTo>
                  <a:lnTo>
                    <a:pt x="140" y="25"/>
                  </a:lnTo>
                  <a:lnTo>
                    <a:pt x="122" y="34"/>
                  </a:lnTo>
                  <a:lnTo>
                    <a:pt x="105" y="46"/>
                  </a:lnTo>
                  <a:lnTo>
                    <a:pt x="88" y="57"/>
                  </a:lnTo>
                  <a:lnTo>
                    <a:pt x="73" y="69"/>
                  </a:lnTo>
                  <a:lnTo>
                    <a:pt x="58" y="87"/>
                  </a:lnTo>
                  <a:lnTo>
                    <a:pt x="46" y="101"/>
                  </a:lnTo>
                  <a:lnTo>
                    <a:pt x="35" y="118"/>
                  </a:lnTo>
                  <a:lnTo>
                    <a:pt x="26" y="138"/>
                  </a:lnTo>
                  <a:lnTo>
                    <a:pt x="20" y="156"/>
                  </a:lnTo>
                  <a:lnTo>
                    <a:pt x="14" y="176"/>
                  </a:lnTo>
                  <a:lnTo>
                    <a:pt x="11" y="196"/>
                  </a:lnTo>
                  <a:lnTo>
                    <a:pt x="11" y="219"/>
                  </a:lnTo>
                  <a:lnTo>
                    <a:pt x="0" y="219"/>
                  </a:lnTo>
                </a:path>
              </a:pathLst>
            </a:custGeom>
            <a:solidFill>
              <a:srgbClr val="FFBA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4708" y="3802"/>
              <a:ext cx="445" cy="221"/>
            </a:xfrm>
            <a:custGeom>
              <a:rect b="b" l="l" r="r" t="t"/>
              <a:pathLst>
                <a:path extrusionOk="0" h="221" w="445">
                  <a:moveTo>
                    <a:pt x="0" y="0"/>
                  </a:moveTo>
                  <a:lnTo>
                    <a:pt x="0" y="0"/>
                  </a:lnTo>
                  <a:lnTo>
                    <a:pt x="3" y="23"/>
                  </a:lnTo>
                  <a:lnTo>
                    <a:pt x="6" y="44"/>
                  </a:lnTo>
                  <a:lnTo>
                    <a:pt x="11" y="63"/>
                  </a:lnTo>
                  <a:lnTo>
                    <a:pt x="17" y="84"/>
                  </a:lnTo>
                  <a:lnTo>
                    <a:pt x="29" y="104"/>
                  </a:lnTo>
                  <a:lnTo>
                    <a:pt x="37" y="122"/>
                  </a:lnTo>
                  <a:lnTo>
                    <a:pt x="52" y="139"/>
                  </a:lnTo>
                  <a:lnTo>
                    <a:pt x="67" y="153"/>
                  </a:lnTo>
                  <a:lnTo>
                    <a:pt x="82" y="167"/>
                  </a:lnTo>
                  <a:lnTo>
                    <a:pt x="99" y="182"/>
                  </a:lnTo>
                  <a:lnTo>
                    <a:pt x="116" y="191"/>
                  </a:lnTo>
                  <a:lnTo>
                    <a:pt x="137" y="202"/>
                  </a:lnTo>
                  <a:lnTo>
                    <a:pt x="158" y="208"/>
                  </a:lnTo>
                  <a:lnTo>
                    <a:pt x="178" y="214"/>
                  </a:lnTo>
                  <a:lnTo>
                    <a:pt x="198" y="217"/>
                  </a:lnTo>
                  <a:lnTo>
                    <a:pt x="222" y="220"/>
                  </a:lnTo>
                  <a:lnTo>
                    <a:pt x="246" y="217"/>
                  </a:lnTo>
                  <a:lnTo>
                    <a:pt x="265" y="214"/>
                  </a:lnTo>
                  <a:lnTo>
                    <a:pt x="289" y="208"/>
                  </a:lnTo>
                  <a:lnTo>
                    <a:pt x="310" y="202"/>
                  </a:lnTo>
                  <a:lnTo>
                    <a:pt x="328" y="191"/>
                  </a:lnTo>
                  <a:lnTo>
                    <a:pt x="344" y="182"/>
                  </a:lnTo>
                  <a:lnTo>
                    <a:pt x="362" y="167"/>
                  </a:lnTo>
                  <a:lnTo>
                    <a:pt x="380" y="153"/>
                  </a:lnTo>
                  <a:lnTo>
                    <a:pt x="395" y="139"/>
                  </a:lnTo>
                  <a:lnTo>
                    <a:pt x="407" y="122"/>
                  </a:lnTo>
                  <a:lnTo>
                    <a:pt x="418" y="104"/>
                  </a:lnTo>
                  <a:lnTo>
                    <a:pt x="426" y="84"/>
                  </a:lnTo>
                  <a:lnTo>
                    <a:pt x="435" y="63"/>
                  </a:lnTo>
                  <a:lnTo>
                    <a:pt x="438" y="44"/>
                  </a:lnTo>
                  <a:lnTo>
                    <a:pt x="444" y="23"/>
                  </a:lnTo>
                  <a:lnTo>
                    <a:pt x="444" y="0"/>
                  </a:lnTo>
                  <a:lnTo>
                    <a:pt x="435" y="0"/>
                  </a:lnTo>
                  <a:lnTo>
                    <a:pt x="432" y="20"/>
                  </a:lnTo>
                  <a:lnTo>
                    <a:pt x="429" y="41"/>
                  </a:lnTo>
                  <a:lnTo>
                    <a:pt x="424" y="60"/>
                  </a:lnTo>
                  <a:lnTo>
                    <a:pt x="418" y="81"/>
                  </a:lnTo>
                  <a:lnTo>
                    <a:pt x="409" y="98"/>
                  </a:lnTo>
                  <a:lnTo>
                    <a:pt x="398" y="116"/>
                  </a:lnTo>
                  <a:lnTo>
                    <a:pt x="386" y="133"/>
                  </a:lnTo>
                  <a:lnTo>
                    <a:pt x="371" y="147"/>
                  </a:lnTo>
                  <a:lnTo>
                    <a:pt x="356" y="162"/>
                  </a:lnTo>
                  <a:lnTo>
                    <a:pt x="342" y="173"/>
                  </a:lnTo>
                  <a:lnTo>
                    <a:pt x="325" y="185"/>
                  </a:lnTo>
                  <a:lnTo>
                    <a:pt x="304" y="194"/>
                  </a:lnTo>
                  <a:lnTo>
                    <a:pt x="286" y="200"/>
                  </a:lnTo>
                  <a:lnTo>
                    <a:pt x="265" y="205"/>
                  </a:lnTo>
                  <a:lnTo>
                    <a:pt x="246" y="208"/>
                  </a:lnTo>
                  <a:lnTo>
                    <a:pt x="222" y="208"/>
                  </a:lnTo>
                  <a:lnTo>
                    <a:pt x="201" y="208"/>
                  </a:lnTo>
                  <a:lnTo>
                    <a:pt x="181" y="205"/>
                  </a:lnTo>
                  <a:lnTo>
                    <a:pt x="161" y="200"/>
                  </a:lnTo>
                  <a:lnTo>
                    <a:pt x="140" y="194"/>
                  </a:lnTo>
                  <a:lnTo>
                    <a:pt x="122" y="185"/>
                  </a:lnTo>
                  <a:lnTo>
                    <a:pt x="105" y="173"/>
                  </a:lnTo>
                  <a:lnTo>
                    <a:pt x="88" y="162"/>
                  </a:lnTo>
                  <a:lnTo>
                    <a:pt x="73" y="147"/>
                  </a:lnTo>
                  <a:lnTo>
                    <a:pt x="58" y="133"/>
                  </a:lnTo>
                  <a:lnTo>
                    <a:pt x="46" y="116"/>
                  </a:lnTo>
                  <a:lnTo>
                    <a:pt x="35" y="98"/>
                  </a:lnTo>
                  <a:lnTo>
                    <a:pt x="26" y="81"/>
                  </a:lnTo>
                  <a:lnTo>
                    <a:pt x="20" y="60"/>
                  </a:lnTo>
                  <a:lnTo>
                    <a:pt x="14" y="41"/>
                  </a:lnTo>
                  <a:lnTo>
                    <a:pt x="11" y="20"/>
                  </a:lnTo>
                  <a:lnTo>
                    <a:pt x="11" y="0"/>
                  </a:lnTo>
                  <a:lnTo>
                    <a:pt x="0" y="0"/>
                  </a:lnTo>
                </a:path>
              </a:pathLst>
            </a:custGeom>
            <a:solidFill>
              <a:srgbClr val="FFBA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4719" y="3586"/>
              <a:ext cx="425" cy="211"/>
            </a:xfrm>
            <a:custGeom>
              <a:rect b="b" l="l" r="r" t="t"/>
              <a:pathLst>
                <a:path extrusionOk="0" h="211" w="425">
                  <a:moveTo>
                    <a:pt x="0" y="210"/>
                  </a:moveTo>
                  <a:lnTo>
                    <a:pt x="0" y="187"/>
                  </a:lnTo>
                  <a:lnTo>
                    <a:pt x="3" y="167"/>
                  </a:lnTo>
                  <a:lnTo>
                    <a:pt x="9" y="147"/>
                  </a:lnTo>
                  <a:lnTo>
                    <a:pt x="15" y="129"/>
                  </a:lnTo>
                  <a:lnTo>
                    <a:pt x="24" y="109"/>
                  </a:lnTo>
                  <a:lnTo>
                    <a:pt x="35" y="92"/>
                  </a:lnTo>
                  <a:lnTo>
                    <a:pt x="47" y="78"/>
                  </a:lnTo>
                  <a:lnTo>
                    <a:pt x="62" y="60"/>
                  </a:lnTo>
                  <a:lnTo>
                    <a:pt x="77" y="49"/>
                  </a:lnTo>
                  <a:lnTo>
                    <a:pt x="94" y="37"/>
                  </a:lnTo>
                  <a:lnTo>
                    <a:pt x="111" y="25"/>
                  </a:lnTo>
                  <a:lnTo>
                    <a:pt x="129" y="17"/>
                  </a:lnTo>
                  <a:lnTo>
                    <a:pt x="150" y="9"/>
                  </a:lnTo>
                  <a:lnTo>
                    <a:pt x="170" y="6"/>
                  </a:lnTo>
                  <a:lnTo>
                    <a:pt x="190" y="3"/>
                  </a:lnTo>
                  <a:lnTo>
                    <a:pt x="211" y="0"/>
                  </a:lnTo>
                  <a:lnTo>
                    <a:pt x="235" y="3"/>
                  </a:lnTo>
                  <a:lnTo>
                    <a:pt x="254" y="6"/>
                  </a:lnTo>
                  <a:lnTo>
                    <a:pt x="275" y="9"/>
                  </a:lnTo>
                  <a:lnTo>
                    <a:pt x="293" y="17"/>
                  </a:lnTo>
                  <a:lnTo>
                    <a:pt x="314" y="25"/>
                  </a:lnTo>
                  <a:lnTo>
                    <a:pt x="331" y="37"/>
                  </a:lnTo>
                  <a:lnTo>
                    <a:pt x="345" y="49"/>
                  </a:lnTo>
                  <a:lnTo>
                    <a:pt x="360" y="60"/>
                  </a:lnTo>
                  <a:lnTo>
                    <a:pt x="375" y="78"/>
                  </a:lnTo>
                  <a:lnTo>
                    <a:pt x="387" y="92"/>
                  </a:lnTo>
                  <a:lnTo>
                    <a:pt x="398" y="109"/>
                  </a:lnTo>
                  <a:lnTo>
                    <a:pt x="407" y="129"/>
                  </a:lnTo>
                  <a:lnTo>
                    <a:pt x="413" y="147"/>
                  </a:lnTo>
                  <a:lnTo>
                    <a:pt x="418" y="167"/>
                  </a:lnTo>
                  <a:lnTo>
                    <a:pt x="421" y="187"/>
                  </a:lnTo>
                  <a:lnTo>
                    <a:pt x="424" y="210"/>
                  </a:lnTo>
                  <a:lnTo>
                    <a:pt x="415" y="210"/>
                  </a:lnTo>
                  <a:lnTo>
                    <a:pt x="413" y="190"/>
                  </a:lnTo>
                  <a:lnTo>
                    <a:pt x="410" y="170"/>
                  </a:lnTo>
                  <a:lnTo>
                    <a:pt x="404" y="150"/>
                  </a:lnTo>
                  <a:lnTo>
                    <a:pt x="398" y="132"/>
                  </a:lnTo>
                  <a:lnTo>
                    <a:pt x="389" y="115"/>
                  </a:lnTo>
                  <a:lnTo>
                    <a:pt x="381" y="97"/>
                  </a:lnTo>
                  <a:lnTo>
                    <a:pt x="369" y="84"/>
                  </a:lnTo>
                  <a:lnTo>
                    <a:pt x="354" y="69"/>
                  </a:lnTo>
                  <a:lnTo>
                    <a:pt x="339" y="54"/>
                  </a:lnTo>
                  <a:lnTo>
                    <a:pt x="325" y="43"/>
                  </a:lnTo>
                  <a:lnTo>
                    <a:pt x="308" y="34"/>
                  </a:lnTo>
                  <a:lnTo>
                    <a:pt x="290" y="25"/>
                  </a:lnTo>
                  <a:lnTo>
                    <a:pt x="272" y="17"/>
                  </a:lnTo>
                  <a:lnTo>
                    <a:pt x="251" y="14"/>
                  </a:lnTo>
                  <a:lnTo>
                    <a:pt x="232" y="12"/>
                  </a:lnTo>
                  <a:lnTo>
                    <a:pt x="211" y="9"/>
                  </a:lnTo>
                  <a:lnTo>
                    <a:pt x="190" y="12"/>
                  </a:lnTo>
                  <a:lnTo>
                    <a:pt x="170" y="14"/>
                  </a:lnTo>
                  <a:lnTo>
                    <a:pt x="153" y="17"/>
                  </a:lnTo>
                  <a:lnTo>
                    <a:pt x="132" y="25"/>
                  </a:lnTo>
                  <a:lnTo>
                    <a:pt x="114" y="34"/>
                  </a:lnTo>
                  <a:lnTo>
                    <a:pt x="100" y="43"/>
                  </a:lnTo>
                  <a:lnTo>
                    <a:pt x="83" y="54"/>
                  </a:lnTo>
                  <a:lnTo>
                    <a:pt x="68" y="69"/>
                  </a:lnTo>
                  <a:lnTo>
                    <a:pt x="56" y="84"/>
                  </a:lnTo>
                  <a:lnTo>
                    <a:pt x="44" y="97"/>
                  </a:lnTo>
                  <a:lnTo>
                    <a:pt x="33" y="115"/>
                  </a:lnTo>
                  <a:lnTo>
                    <a:pt x="24" y="132"/>
                  </a:lnTo>
                  <a:lnTo>
                    <a:pt x="18" y="150"/>
                  </a:lnTo>
                  <a:lnTo>
                    <a:pt x="12" y="170"/>
                  </a:lnTo>
                  <a:lnTo>
                    <a:pt x="9" y="190"/>
                  </a:lnTo>
                  <a:lnTo>
                    <a:pt x="9" y="210"/>
                  </a:lnTo>
                  <a:lnTo>
                    <a:pt x="0" y="210"/>
                  </a:lnTo>
                </a:path>
              </a:pathLst>
            </a:custGeom>
            <a:solidFill>
              <a:srgbClr val="FFBD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5"/>
            <p:cNvSpPr/>
            <p:nvPr/>
          </p:nvSpPr>
          <p:spPr>
            <a:xfrm>
              <a:off x="4719" y="3802"/>
              <a:ext cx="425" cy="209"/>
            </a:xfrm>
            <a:custGeom>
              <a:rect b="b" l="l" r="r" t="t"/>
              <a:pathLst>
                <a:path extrusionOk="0" h="209" w="425">
                  <a:moveTo>
                    <a:pt x="0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3" y="41"/>
                  </a:lnTo>
                  <a:lnTo>
                    <a:pt x="9" y="60"/>
                  </a:lnTo>
                  <a:lnTo>
                    <a:pt x="15" y="81"/>
                  </a:lnTo>
                  <a:lnTo>
                    <a:pt x="24" y="98"/>
                  </a:lnTo>
                  <a:lnTo>
                    <a:pt x="35" y="116"/>
                  </a:lnTo>
                  <a:lnTo>
                    <a:pt x="47" y="133"/>
                  </a:lnTo>
                  <a:lnTo>
                    <a:pt x="62" y="147"/>
                  </a:lnTo>
                  <a:lnTo>
                    <a:pt x="77" y="161"/>
                  </a:lnTo>
                  <a:lnTo>
                    <a:pt x="94" y="173"/>
                  </a:lnTo>
                  <a:lnTo>
                    <a:pt x="111" y="185"/>
                  </a:lnTo>
                  <a:lnTo>
                    <a:pt x="129" y="193"/>
                  </a:lnTo>
                  <a:lnTo>
                    <a:pt x="150" y="199"/>
                  </a:lnTo>
                  <a:lnTo>
                    <a:pt x="170" y="205"/>
                  </a:lnTo>
                  <a:lnTo>
                    <a:pt x="190" y="208"/>
                  </a:lnTo>
                  <a:lnTo>
                    <a:pt x="211" y="208"/>
                  </a:lnTo>
                  <a:lnTo>
                    <a:pt x="235" y="208"/>
                  </a:lnTo>
                  <a:lnTo>
                    <a:pt x="254" y="205"/>
                  </a:lnTo>
                  <a:lnTo>
                    <a:pt x="275" y="199"/>
                  </a:lnTo>
                  <a:lnTo>
                    <a:pt x="293" y="193"/>
                  </a:lnTo>
                  <a:lnTo>
                    <a:pt x="314" y="185"/>
                  </a:lnTo>
                  <a:lnTo>
                    <a:pt x="331" y="173"/>
                  </a:lnTo>
                  <a:lnTo>
                    <a:pt x="345" y="161"/>
                  </a:lnTo>
                  <a:lnTo>
                    <a:pt x="360" y="147"/>
                  </a:lnTo>
                  <a:lnTo>
                    <a:pt x="375" y="133"/>
                  </a:lnTo>
                  <a:lnTo>
                    <a:pt x="387" y="116"/>
                  </a:lnTo>
                  <a:lnTo>
                    <a:pt x="398" y="98"/>
                  </a:lnTo>
                  <a:lnTo>
                    <a:pt x="407" y="81"/>
                  </a:lnTo>
                  <a:lnTo>
                    <a:pt x="413" y="60"/>
                  </a:lnTo>
                  <a:lnTo>
                    <a:pt x="418" y="41"/>
                  </a:lnTo>
                  <a:lnTo>
                    <a:pt x="421" y="20"/>
                  </a:lnTo>
                  <a:lnTo>
                    <a:pt x="424" y="0"/>
                  </a:lnTo>
                  <a:lnTo>
                    <a:pt x="415" y="0"/>
                  </a:lnTo>
                  <a:lnTo>
                    <a:pt x="413" y="20"/>
                  </a:lnTo>
                  <a:lnTo>
                    <a:pt x="410" y="41"/>
                  </a:lnTo>
                  <a:lnTo>
                    <a:pt x="404" y="57"/>
                  </a:lnTo>
                  <a:lnTo>
                    <a:pt x="398" y="78"/>
                  </a:lnTo>
                  <a:lnTo>
                    <a:pt x="389" y="95"/>
                  </a:lnTo>
                  <a:lnTo>
                    <a:pt x="381" y="113"/>
                  </a:lnTo>
                  <a:lnTo>
                    <a:pt x="369" y="127"/>
                  </a:lnTo>
                  <a:lnTo>
                    <a:pt x="354" y="142"/>
                  </a:lnTo>
                  <a:lnTo>
                    <a:pt x="339" y="153"/>
                  </a:lnTo>
                  <a:lnTo>
                    <a:pt x="325" y="164"/>
                  </a:lnTo>
                  <a:lnTo>
                    <a:pt x="308" y="176"/>
                  </a:lnTo>
                  <a:lnTo>
                    <a:pt x="290" y="185"/>
                  </a:lnTo>
                  <a:lnTo>
                    <a:pt x="272" y="191"/>
                  </a:lnTo>
                  <a:lnTo>
                    <a:pt x="251" y="196"/>
                  </a:lnTo>
                  <a:lnTo>
                    <a:pt x="232" y="199"/>
                  </a:lnTo>
                  <a:lnTo>
                    <a:pt x="211" y="199"/>
                  </a:lnTo>
                  <a:lnTo>
                    <a:pt x="190" y="199"/>
                  </a:lnTo>
                  <a:lnTo>
                    <a:pt x="170" y="196"/>
                  </a:lnTo>
                  <a:lnTo>
                    <a:pt x="153" y="191"/>
                  </a:lnTo>
                  <a:lnTo>
                    <a:pt x="132" y="185"/>
                  </a:lnTo>
                  <a:lnTo>
                    <a:pt x="114" y="176"/>
                  </a:lnTo>
                  <a:lnTo>
                    <a:pt x="100" y="164"/>
                  </a:lnTo>
                  <a:lnTo>
                    <a:pt x="83" y="153"/>
                  </a:lnTo>
                  <a:lnTo>
                    <a:pt x="68" y="142"/>
                  </a:lnTo>
                  <a:lnTo>
                    <a:pt x="56" y="127"/>
                  </a:lnTo>
                  <a:lnTo>
                    <a:pt x="44" y="113"/>
                  </a:lnTo>
                  <a:lnTo>
                    <a:pt x="33" y="95"/>
                  </a:lnTo>
                  <a:lnTo>
                    <a:pt x="24" y="78"/>
                  </a:lnTo>
                  <a:lnTo>
                    <a:pt x="18" y="57"/>
                  </a:lnTo>
                  <a:lnTo>
                    <a:pt x="12" y="41"/>
                  </a:lnTo>
                  <a:lnTo>
                    <a:pt x="9" y="20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BD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5"/>
            <p:cNvSpPr/>
            <p:nvPr/>
          </p:nvSpPr>
          <p:spPr>
            <a:xfrm>
              <a:off x="4728" y="3595"/>
              <a:ext cx="407" cy="202"/>
            </a:xfrm>
            <a:custGeom>
              <a:rect b="b" l="l" r="r" t="t"/>
              <a:pathLst>
                <a:path extrusionOk="0" h="202" w="407">
                  <a:moveTo>
                    <a:pt x="0" y="201"/>
                  </a:moveTo>
                  <a:lnTo>
                    <a:pt x="0" y="181"/>
                  </a:lnTo>
                  <a:lnTo>
                    <a:pt x="3" y="161"/>
                  </a:lnTo>
                  <a:lnTo>
                    <a:pt x="9" y="141"/>
                  </a:lnTo>
                  <a:lnTo>
                    <a:pt x="15" y="123"/>
                  </a:lnTo>
                  <a:lnTo>
                    <a:pt x="24" y="106"/>
                  </a:lnTo>
                  <a:lnTo>
                    <a:pt x="35" y="88"/>
                  </a:lnTo>
                  <a:lnTo>
                    <a:pt x="47" y="75"/>
                  </a:lnTo>
                  <a:lnTo>
                    <a:pt x="59" y="60"/>
                  </a:lnTo>
                  <a:lnTo>
                    <a:pt x="74" y="46"/>
                  </a:lnTo>
                  <a:lnTo>
                    <a:pt x="91" y="34"/>
                  </a:lnTo>
                  <a:lnTo>
                    <a:pt x="105" y="25"/>
                  </a:lnTo>
                  <a:lnTo>
                    <a:pt x="123" y="17"/>
                  </a:lnTo>
                  <a:lnTo>
                    <a:pt x="144" y="8"/>
                  </a:lnTo>
                  <a:lnTo>
                    <a:pt x="161" y="5"/>
                  </a:lnTo>
                  <a:lnTo>
                    <a:pt x="181" y="3"/>
                  </a:lnTo>
                  <a:lnTo>
                    <a:pt x="202" y="0"/>
                  </a:lnTo>
                  <a:lnTo>
                    <a:pt x="223" y="3"/>
                  </a:lnTo>
                  <a:lnTo>
                    <a:pt x="242" y="5"/>
                  </a:lnTo>
                  <a:lnTo>
                    <a:pt x="263" y="8"/>
                  </a:lnTo>
                  <a:lnTo>
                    <a:pt x="281" y="17"/>
                  </a:lnTo>
                  <a:lnTo>
                    <a:pt x="299" y="25"/>
                  </a:lnTo>
                  <a:lnTo>
                    <a:pt x="316" y="34"/>
                  </a:lnTo>
                  <a:lnTo>
                    <a:pt x="330" y="46"/>
                  </a:lnTo>
                  <a:lnTo>
                    <a:pt x="345" y="60"/>
                  </a:lnTo>
                  <a:lnTo>
                    <a:pt x="360" y="75"/>
                  </a:lnTo>
                  <a:lnTo>
                    <a:pt x="372" y="88"/>
                  </a:lnTo>
                  <a:lnTo>
                    <a:pt x="380" y="106"/>
                  </a:lnTo>
                  <a:lnTo>
                    <a:pt x="389" y="123"/>
                  </a:lnTo>
                  <a:lnTo>
                    <a:pt x="395" y="141"/>
                  </a:lnTo>
                  <a:lnTo>
                    <a:pt x="401" y="161"/>
                  </a:lnTo>
                  <a:lnTo>
                    <a:pt x="404" y="181"/>
                  </a:lnTo>
                  <a:lnTo>
                    <a:pt x="406" y="201"/>
                  </a:lnTo>
                  <a:lnTo>
                    <a:pt x="395" y="201"/>
                  </a:lnTo>
                  <a:lnTo>
                    <a:pt x="395" y="181"/>
                  </a:lnTo>
                  <a:lnTo>
                    <a:pt x="392" y="161"/>
                  </a:lnTo>
                  <a:lnTo>
                    <a:pt x="386" y="144"/>
                  </a:lnTo>
                  <a:lnTo>
                    <a:pt x="380" y="126"/>
                  </a:lnTo>
                  <a:lnTo>
                    <a:pt x="372" y="109"/>
                  </a:lnTo>
                  <a:lnTo>
                    <a:pt x="363" y="94"/>
                  </a:lnTo>
                  <a:lnTo>
                    <a:pt x="351" y="81"/>
                  </a:lnTo>
                  <a:lnTo>
                    <a:pt x="339" y="66"/>
                  </a:lnTo>
                  <a:lnTo>
                    <a:pt x="324" y="54"/>
                  </a:lnTo>
                  <a:lnTo>
                    <a:pt x="310" y="43"/>
                  </a:lnTo>
                  <a:lnTo>
                    <a:pt x="296" y="31"/>
                  </a:lnTo>
                  <a:lnTo>
                    <a:pt x="278" y="25"/>
                  </a:lnTo>
                  <a:lnTo>
                    <a:pt x="260" y="17"/>
                  </a:lnTo>
                  <a:lnTo>
                    <a:pt x="242" y="14"/>
                  </a:lnTo>
                  <a:lnTo>
                    <a:pt x="223" y="11"/>
                  </a:lnTo>
                  <a:lnTo>
                    <a:pt x="202" y="8"/>
                  </a:lnTo>
                  <a:lnTo>
                    <a:pt x="184" y="11"/>
                  </a:lnTo>
                  <a:lnTo>
                    <a:pt x="164" y="14"/>
                  </a:lnTo>
                  <a:lnTo>
                    <a:pt x="147" y="17"/>
                  </a:lnTo>
                  <a:lnTo>
                    <a:pt x="126" y="25"/>
                  </a:lnTo>
                  <a:lnTo>
                    <a:pt x="111" y="31"/>
                  </a:lnTo>
                  <a:lnTo>
                    <a:pt x="94" y="43"/>
                  </a:lnTo>
                  <a:lnTo>
                    <a:pt x="79" y="54"/>
                  </a:lnTo>
                  <a:lnTo>
                    <a:pt x="65" y="66"/>
                  </a:lnTo>
                  <a:lnTo>
                    <a:pt x="53" y="81"/>
                  </a:lnTo>
                  <a:lnTo>
                    <a:pt x="41" y="94"/>
                  </a:lnTo>
                  <a:lnTo>
                    <a:pt x="33" y="109"/>
                  </a:lnTo>
                  <a:lnTo>
                    <a:pt x="24" y="126"/>
                  </a:lnTo>
                  <a:lnTo>
                    <a:pt x="18" y="144"/>
                  </a:lnTo>
                  <a:lnTo>
                    <a:pt x="12" y="161"/>
                  </a:lnTo>
                  <a:lnTo>
                    <a:pt x="9" y="181"/>
                  </a:lnTo>
                  <a:lnTo>
                    <a:pt x="9" y="201"/>
                  </a:lnTo>
                  <a:lnTo>
                    <a:pt x="0" y="201"/>
                  </a:lnTo>
                </a:path>
              </a:pathLst>
            </a:custGeom>
            <a:solidFill>
              <a:srgbClr val="FFC2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5"/>
            <p:cNvSpPr/>
            <p:nvPr/>
          </p:nvSpPr>
          <p:spPr>
            <a:xfrm>
              <a:off x="4728" y="3802"/>
              <a:ext cx="407" cy="200"/>
            </a:xfrm>
            <a:custGeom>
              <a:rect b="b" l="l" r="r" t="t"/>
              <a:pathLst>
                <a:path extrusionOk="0" h="200" w="407">
                  <a:moveTo>
                    <a:pt x="0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3" y="41"/>
                  </a:lnTo>
                  <a:lnTo>
                    <a:pt x="9" y="57"/>
                  </a:lnTo>
                  <a:lnTo>
                    <a:pt x="15" y="78"/>
                  </a:lnTo>
                  <a:lnTo>
                    <a:pt x="24" y="95"/>
                  </a:lnTo>
                  <a:lnTo>
                    <a:pt x="35" y="113"/>
                  </a:lnTo>
                  <a:lnTo>
                    <a:pt x="47" y="127"/>
                  </a:lnTo>
                  <a:lnTo>
                    <a:pt x="59" y="142"/>
                  </a:lnTo>
                  <a:lnTo>
                    <a:pt x="74" y="152"/>
                  </a:lnTo>
                  <a:lnTo>
                    <a:pt x="91" y="164"/>
                  </a:lnTo>
                  <a:lnTo>
                    <a:pt x="105" y="176"/>
                  </a:lnTo>
                  <a:lnTo>
                    <a:pt x="123" y="184"/>
                  </a:lnTo>
                  <a:lnTo>
                    <a:pt x="144" y="190"/>
                  </a:lnTo>
                  <a:lnTo>
                    <a:pt x="161" y="196"/>
                  </a:lnTo>
                  <a:lnTo>
                    <a:pt x="181" y="199"/>
                  </a:lnTo>
                  <a:lnTo>
                    <a:pt x="202" y="199"/>
                  </a:lnTo>
                  <a:lnTo>
                    <a:pt x="223" y="199"/>
                  </a:lnTo>
                  <a:lnTo>
                    <a:pt x="242" y="196"/>
                  </a:lnTo>
                  <a:lnTo>
                    <a:pt x="263" y="190"/>
                  </a:lnTo>
                  <a:lnTo>
                    <a:pt x="281" y="184"/>
                  </a:lnTo>
                  <a:lnTo>
                    <a:pt x="299" y="176"/>
                  </a:lnTo>
                  <a:lnTo>
                    <a:pt x="316" y="164"/>
                  </a:lnTo>
                  <a:lnTo>
                    <a:pt x="330" y="152"/>
                  </a:lnTo>
                  <a:lnTo>
                    <a:pt x="345" y="142"/>
                  </a:lnTo>
                  <a:lnTo>
                    <a:pt x="360" y="127"/>
                  </a:lnTo>
                  <a:lnTo>
                    <a:pt x="372" y="113"/>
                  </a:lnTo>
                  <a:lnTo>
                    <a:pt x="380" y="95"/>
                  </a:lnTo>
                  <a:lnTo>
                    <a:pt x="389" y="78"/>
                  </a:lnTo>
                  <a:lnTo>
                    <a:pt x="395" y="57"/>
                  </a:lnTo>
                  <a:lnTo>
                    <a:pt x="401" y="41"/>
                  </a:lnTo>
                  <a:lnTo>
                    <a:pt x="404" y="20"/>
                  </a:lnTo>
                  <a:lnTo>
                    <a:pt x="406" y="0"/>
                  </a:lnTo>
                  <a:lnTo>
                    <a:pt x="395" y="0"/>
                  </a:lnTo>
                  <a:lnTo>
                    <a:pt x="395" y="17"/>
                  </a:lnTo>
                  <a:lnTo>
                    <a:pt x="392" y="38"/>
                  </a:lnTo>
                  <a:lnTo>
                    <a:pt x="386" y="55"/>
                  </a:lnTo>
                  <a:lnTo>
                    <a:pt x="380" y="75"/>
                  </a:lnTo>
                  <a:lnTo>
                    <a:pt x="372" y="89"/>
                  </a:lnTo>
                  <a:lnTo>
                    <a:pt x="363" y="107"/>
                  </a:lnTo>
                  <a:lnTo>
                    <a:pt x="351" y="121"/>
                  </a:lnTo>
                  <a:lnTo>
                    <a:pt x="339" y="136"/>
                  </a:lnTo>
                  <a:lnTo>
                    <a:pt x="324" y="147"/>
                  </a:lnTo>
                  <a:lnTo>
                    <a:pt x="310" y="158"/>
                  </a:lnTo>
                  <a:lnTo>
                    <a:pt x="296" y="167"/>
                  </a:lnTo>
                  <a:lnTo>
                    <a:pt x="278" y="176"/>
                  </a:lnTo>
                  <a:lnTo>
                    <a:pt x="260" y="182"/>
                  </a:lnTo>
                  <a:lnTo>
                    <a:pt x="242" y="187"/>
                  </a:lnTo>
                  <a:lnTo>
                    <a:pt x="223" y="190"/>
                  </a:lnTo>
                  <a:lnTo>
                    <a:pt x="202" y="190"/>
                  </a:lnTo>
                  <a:lnTo>
                    <a:pt x="184" y="190"/>
                  </a:lnTo>
                  <a:lnTo>
                    <a:pt x="164" y="187"/>
                  </a:lnTo>
                  <a:lnTo>
                    <a:pt x="147" y="182"/>
                  </a:lnTo>
                  <a:lnTo>
                    <a:pt x="126" y="176"/>
                  </a:lnTo>
                  <a:lnTo>
                    <a:pt x="111" y="167"/>
                  </a:lnTo>
                  <a:lnTo>
                    <a:pt x="94" y="158"/>
                  </a:lnTo>
                  <a:lnTo>
                    <a:pt x="79" y="147"/>
                  </a:lnTo>
                  <a:lnTo>
                    <a:pt x="65" y="136"/>
                  </a:lnTo>
                  <a:lnTo>
                    <a:pt x="53" y="121"/>
                  </a:lnTo>
                  <a:lnTo>
                    <a:pt x="41" y="107"/>
                  </a:lnTo>
                  <a:lnTo>
                    <a:pt x="33" y="89"/>
                  </a:lnTo>
                  <a:lnTo>
                    <a:pt x="24" y="75"/>
                  </a:lnTo>
                  <a:lnTo>
                    <a:pt x="18" y="55"/>
                  </a:lnTo>
                  <a:lnTo>
                    <a:pt x="12" y="38"/>
                  </a:lnTo>
                  <a:lnTo>
                    <a:pt x="9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23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5"/>
            <p:cNvSpPr/>
            <p:nvPr/>
          </p:nvSpPr>
          <p:spPr>
            <a:xfrm>
              <a:off x="4737" y="3603"/>
              <a:ext cx="387" cy="194"/>
            </a:xfrm>
            <a:custGeom>
              <a:rect b="b" l="l" r="r" t="t"/>
              <a:pathLst>
                <a:path extrusionOk="0" h="194" w="387">
                  <a:moveTo>
                    <a:pt x="0" y="193"/>
                  </a:moveTo>
                  <a:lnTo>
                    <a:pt x="0" y="173"/>
                  </a:lnTo>
                  <a:lnTo>
                    <a:pt x="3" y="153"/>
                  </a:lnTo>
                  <a:lnTo>
                    <a:pt x="9" y="136"/>
                  </a:lnTo>
                  <a:lnTo>
                    <a:pt x="15" y="118"/>
                  </a:lnTo>
                  <a:lnTo>
                    <a:pt x="24" y="101"/>
                  </a:lnTo>
                  <a:lnTo>
                    <a:pt x="32" y="86"/>
                  </a:lnTo>
                  <a:lnTo>
                    <a:pt x="44" y="73"/>
                  </a:lnTo>
                  <a:lnTo>
                    <a:pt x="56" y="58"/>
                  </a:lnTo>
                  <a:lnTo>
                    <a:pt x="70" y="47"/>
                  </a:lnTo>
                  <a:lnTo>
                    <a:pt x="85" y="35"/>
                  </a:lnTo>
                  <a:lnTo>
                    <a:pt x="102" y="23"/>
                  </a:lnTo>
                  <a:lnTo>
                    <a:pt x="117" y="17"/>
                  </a:lnTo>
                  <a:lnTo>
                    <a:pt x="138" y="9"/>
                  </a:lnTo>
                  <a:lnTo>
                    <a:pt x="155" y="6"/>
                  </a:lnTo>
                  <a:lnTo>
                    <a:pt x="175" y="3"/>
                  </a:lnTo>
                  <a:lnTo>
                    <a:pt x="193" y="0"/>
                  </a:lnTo>
                  <a:lnTo>
                    <a:pt x="214" y="3"/>
                  </a:lnTo>
                  <a:lnTo>
                    <a:pt x="233" y="6"/>
                  </a:lnTo>
                  <a:lnTo>
                    <a:pt x="251" y="9"/>
                  </a:lnTo>
                  <a:lnTo>
                    <a:pt x="269" y="17"/>
                  </a:lnTo>
                  <a:lnTo>
                    <a:pt x="287" y="23"/>
                  </a:lnTo>
                  <a:lnTo>
                    <a:pt x="301" y="35"/>
                  </a:lnTo>
                  <a:lnTo>
                    <a:pt x="315" y="47"/>
                  </a:lnTo>
                  <a:lnTo>
                    <a:pt x="330" y="58"/>
                  </a:lnTo>
                  <a:lnTo>
                    <a:pt x="342" y="73"/>
                  </a:lnTo>
                  <a:lnTo>
                    <a:pt x="354" y="86"/>
                  </a:lnTo>
                  <a:lnTo>
                    <a:pt x="362" y="101"/>
                  </a:lnTo>
                  <a:lnTo>
                    <a:pt x="371" y="118"/>
                  </a:lnTo>
                  <a:lnTo>
                    <a:pt x="377" y="136"/>
                  </a:lnTo>
                  <a:lnTo>
                    <a:pt x="383" y="153"/>
                  </a:lnTo>
                  <a:lnTo>
                    <a:pt x="386" y="173"/>
                  </a:lnTo>
                  <a:lnTo>
                    <a:pt x="386" y="193"/>
                  </a:lnTo>
                  <a:lnTo>
                    <a:pt x="377" y="193"/>
                  </a:lnTo>
                  <a:lnTo>
                    <a:pt x="377" y="173"/>
                  </a:lnTo>
                  <a:lnTo>
                    <a:pt x="374" y="156"/>
                  </a:lnTo>
                  <a:lnTo>
                    <a:pt x="368" y="139"/>
                  </a:lnTo>
                  <a:lnTo>
                    <a:pt x="362" y="121"/>
                  </a:lnTo>
                  <a:lnTo>
                    <a:pt x="354" y="107"/>
                  </a:lnTo>
                  <a:lnTo>
                    <a:pt x="345" y="89"/>
                  </a:lnTo>
                  <a:lnTo>
                    <a:pt x="336" y="79"/>
                  </a:lnTo>
                  <a:lnTo>
                    <a:pt x="324" y="64"/>
                  </a:lnTo>
                  <a:lnTo>
                    <a:pt x="310" y="52"/>
                  </a:lnTo>
                  <a:lnTo>
                    <a:pt x="295" y="41"/>
                  </a:lnTo>
                  <a:lnTo>
                    <a:pt x="281" y="32"/>
                  </a:lnTo>
                  <a:lnTo>
                    <a:pt x="266" y="26"/>
                  </a:lnTo>
                  <a:lnTo>
                    <a:pt x="248" y="20"/>
                  </a:lnTo>
                  <a:lnTo>
                    <a:pt x="231" y="15"/>
                  </a:lnTo>
                  <a:lnTo>
                    <a:pt x="214" y="12"/>
                  </a:lnTo>
                  <a:lnTo>
                    <a:pt x="193" y="12"/>
                  </a:lnTo>
                  <a:lnTo>
                    <a:pt x="175" y="12"/>
                  </a:lnTo>
                  <a:lnTo>
                    <a:pt x="158" y="15"/>
                  </a:lnTo>
                  <a:lnTo>
                    <a:pt x="141" y="20"/>
                  </a:lnTo>
                  <a:lnTo>
                    <a:pt x="123" y="26"/>
                  </a:lnTo>
                  <a:lnTo>
                    <a:pt x="105" y="32"/>
                  </a:lnTo>
                  <a:lnTo>
                    <a:pt x="91" y="41"/>
                  </a:lnTo>
                  <a:lnTo>
                    <a:pt x="76" y="52"/>
                  </a:lnTo>
                  <a:lnTo>
                    <a:pt x="65" y="64"/>
                  </a:lnTo>
                  <a:lnTo>
                    <a:pt x="53" y="79"/>
                  </a:lnTo>
                  <a:lnTo>
                    <a:pt x="41" y="89"/>
                  </a:lnTo>
                  <a:lnTo>
                    <a:pt x="32" y="107"/>
                  </a:lnTo>
                  <a:lnTo>
                    <a:pt x="24" y="121"/>
                  </a:lnTo>
                  <a:lnTo>
                    <a:pt x="18" y="139"/>
                  </a:lnTo>
                  <a:lnTo>
                    <a:pt x="15" y="156"/>
                  </a:lnTo>
                  <a:lnTo>
                    <a:pt x="12" y="173"/>
                  </a:lnTo>
                  <a:lnTo>
                    <a:pt x="9" y="193"/>
                  </a:lnTo>
                  <a:lnTo>
                    <a:pt x="0" y="193"/>
                  </a:lnTo>
                </a:path>
              </a:pathLst>
            </a:custGeom>
            <a:solidFill>
              <a:srgbClr val="FFC23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5"/>
            <p:cNvSpPr/>
            <p:nvPr/>
          </p:nvSpPr>
          <p:spPr>
            <a:xfrm>
              <a:off x="4737" y="3802"/>
              <a:ext cx="387" cy="191"/>
            </a:xfrm>
            <a:custGeom>
              <a:rect b="b" l="l" r="r" t="t"/>
              <a:pathLst>
                <a:path extrusionOk="0" h="191" w="387">
                  <a:moveTo>
                    <a:pt x="0" y="0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3" y="38"/>
                  </a:lnTo>
                  <a:lnTo>
                    <a:pt x="9" y="55"/>
                  </a:lnTo>
                  <a:lnTo>
                    <a:pt x="15" y="75"/>
                  </a:lnTo>
                  <a:lnTo>
                    <a:pt x="24" y="89"/>
                  </a:lnTo>
                  <a:lnTo>
                    <a:pt x="32" y="107"/>
                  </a:lnTo>
                  <a:lnTo>
                    <a:pt x="44" y="121"/>
                  </a:lnTo>
                  <a:lnTo>
                    <a:pt x="56" y="136"/>
                  </a:lnTo>
                  <a:lnTo>
                    <a:pt x="70" y="146"/>
                  </a:lnTo>
                  <a:lnTo>
                    <a:pt x="85" y="158"/>
                  </a:lnTo>
                  <a:lnTo>
                    <a:pt x="102" y="167"/>
                  </a:lnTo>
                  <a:lnTo>
                    <a:pt x="117" y="175"/>
                  </a:lnTo>
                  <a:lnTo>
                    <a:pt x="138" y="181"/>
                  </a:lnTo>
                  <a:lnTo>
                    <a:pt x="155" y="187"/>
                  </a:lnTo>
                  <a:lnTo>
                    <a:pt x="175" y="190"/>
                  </a:lnTo>
                  <a:lnTo>
                    <a:pt x="193" y="190"/>
                  </a:lnTo>
                  <a:lnTo>
                    <a:pt x="214" y="190"/>
                  </a:lnTo>
                  <a:lnTo>
                    <a:pt x="233" y="187"/>
                  </a:lnTo>
                  <a:lnTo>
                    <a:pt x="251" y="181"/>
                  </a:lnTo>
                  <a:lnTo>
                    <a:pt x="269" y="175"/>
                  </a:lnTo>
                  <a:lnTo>
                    <a:pt x="287" y="167"/>
                  </a:lnTo>
                  <a:lnTo>
                    <a:pt x="301" y="158"/>
                  </a:lnTo>
                  <a:lnTo>
                    <a:pt x="315" y="146"/>
                  </a:lnTo>
                  <a:lnTo>
                    <a:pt x="330" y="136"/>
                  </a:lnTo>
                  <a:lnTo>
                    <a:pt x="342" y="121"/>
                  </a:lnTo>
                  <a:lnTo>
                    <a:pt x="354" y="107"/>
                  </a:lnTo>
                  <a:lnTo>
                    <a:pt x="362" y="89"/>
                  </a:lnTo>
                  <a:lnTo>
                    <a:pt x="371" y="75"/>
                  </a:lnTo>
                  <a:lnTo>
                    <a:pt x="377" y="55"/>
                  </a:lnTo>
                  <a:lnTo>
                    <a:pt x="383" y="38"/>
                  </a:lnTo>
                  <a:lnTo>
                    <a:pt x="386" y="17"/>
                  </a:lnTo>
                  <a:lnTo>
                    <a:pt x="386" y="0"/>
                  </a:lnTo>
                  <a:lnTo>
                    <a:pt x="377" y="0"/>
                  </a:lnTo>
                  <a:lnTo>
                    <a:pt x="377" y="17"/>
                  </a:lnTo>
                  <a:lnTo>
                    <a:pt x="374" y="35"/>
                  </a:lnTo>
                  <a:lnTo>
                    <a:pt x="368" y="52"/>
                  </a:lnTo>
                  <a:lnTo>
                    <a:pt x="362" y="69"/>
                  </a:lnTo>
                  <a:lnTo>
                    <a:pt x="354" y="86"/>
                  </a:lnTo>
                  <a:lnTo>
                    <a:pt x="345" y="101"/>
                  </a:lnTo>
                  <a:lnTo>
                    <a:pt x="336" y="115"/>
                  </a:lnTo>
                  <a:lnTo>
                    <a:pt x="324" y="127"/>
                  </a:lnTo>
                  <a:lnTo>
                    <a:pt x="310" y="139"/>
                  </a:lnTo>
                  <a:lnTo>
                    <a:pt x="295" y="149"/>
                  </a:lnTo>
                  <a:lnTo>
                    <a:pt x="281" y="158"/>
                  </a:lnTo>
                  <a:lnTo>
                    <a:pt x="266" y="167"/>
                  </a:lnTo>
                  <a:lnTo>
                    <a:pt x="248" y="173"/>
                  </a:lnTo>
                  <a:lnTo>
                    <a:pt x="231" y="178"/>
                  </a:lnTo>
                  <a:lnTo>
                    <a:pt x="214" y="181"/>
                  </a:lnTo>
                  <a:lnTo>
                    <a:pt x="193" y="181"/>
                  </a:lnTo>
                  <a:lnTo>
                    <a:pt x="175" y="181"/>
                  </a:lnTo>
                  <a:lnTo>
                    <a:pt x="158" y="178"/>
                  </a:lnTo>
                  <a:lnTo>
                    <a:pt x="141" y="173"/>
                  </a:lnTo>
                  <a:lnTo>
                    <a:pt x="123" y="167"/>
                  </a:lnTo>
                  <a:lnTo>
                    <a:pt x="105" y="158"/>
                  </a:lnTo>
                  <a:lnTo>
                    <a:pt x="91" y="149"/>
                  </a:lnTo>
                  <a:lnTo>
                    <a:pt x="76" y="139"/>
                  </a:lnTo>
                  <a:lnTo>
                    <a:pt x="65" y="127"/>
                  </a:lnTo>
                  <a:lnTo>
                    <a:pt x="53" y="115"/>
                  </a:lnTo>
                  <a:lnTo>
                    <a:pt x="41" y="101"/>
                  </a:lnTo>
                  <a:lnTo>
                    <a:pt x="32" y="86"/>
                  </a:lnTo>
                  <a:lnTo>
                    <a:pt x="24" y="69"/>
                  </a:lnTo>
                  <a:lnTo>
                    <a:pt x="18" y="52"/>
                  </a:lnTo>
                  <a:lnTo>
                    <a:pt x="15" y="35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23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5"/>
            <p:cNvSpPr/>
            <p:nvPr/>
          </p:nvSpPr>
          <p:spPr>
            <a:xfrm>
              <a:off x="4746" y="3615"/>
              <a:ext cx="369" cy="182"/>
            </a:xfrm>
            <a:custGeom>
              <a:rect b="b" l="l" r="r" t="t"/>
              <a:pathLst>
                <a:path extrusionOk="0" h="182" w="369">
                  <a:moveTo>
                    <a:pt x="0" y="181"/>
                  </a:moveTo>
                  <a:lnTo>
                    <a:pt x="3" y="161"/>
                  </a:lnTo>
                  <a:lnTo>
                    <a:pt x="6" y="144"/>
                  </a:lnTo>
                  <a:lnTo>
                    <a:pt x="9" y="127"/>
                  </a:lnTo>
                  <a:lnTo>
                    <a:pt x="15" y="109"/>
                  </a:lnTo>
                  <a:lnTo>
                    <a:pt x="24" y="95"/>
                  </a:lnTo>
                  <a:lnTo>
                    <a:pt x="32" y="77"/>
                  </a:lnTo>
                  <a:lnTo>
                    <a:pt x="44" y="67"/>
                  </a:lnTo>
                  <a:lnTo>
                    <a:pt x="56" y="52"/>
                  </a:lnTo>
                  <a:lnTo>
                    <a:pt x="67" y="41"/>
                  </a:lnTo>
                  <a:lnTo>
                    <a:pt x="82" y="29"/>
                  </a:lnTo>
                  <a:lnTo>
                    <a:pt x="96" y="20"/>
                  </a:lnTo>
                  <a:lnTo>
                    <a:pt x="114" y="15"/>
                  </a:lnTo>
                  <a:lnTo>
                    <a:pt x="132" y="9"/>
                  </a:lnTo>
                  <a:lnTo>
                    <a:pt x="149" y="3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205" y="0"/>
                  </a:lnTo>
                  <a:lnTo>
                    <a:pt x="222" y="3"/>
                  </a:lnTo>
                  <a:lnTo>
                    <a:pt x="239" y="9"/>
                  </a:lnTo>
                  <a:lnTo>
                    <a:pt x="257" y="15"/>
                  </a:lnTo>
                  <a:lnTo>
                    <a:pt x="272" y="20"/>
                  </a:lnTo>
                  <a:lnTo>
                    <a:pt x="286" y="29"/>
                  </a:lnTo>
                  <a:lnTo>
                    <a:pt x="301" y="41"/>
                  </a:lnTo>
                  <a:lnTo>
                    <a:pt x="315" y="52"/>
                  </a:lnTo>
                  <a:lnTo>
                    <a:pt x="327" y="67"/>
                  </a:lnTo>
                  <a:lnTo>
                    <a:pt x="336" y="77"/>
                  </a:lnTo>
                  <a:lnTo>
                    <a:pt x="344" y="95"/>
                  </a:lnTo>
                  <a:lnTo>
                    <a:pt x="353" y="109"/>
                  </a:lnTo>
                  <a:lnTo>
                    <a:pt x="359" y="127"/>
                  </a:lnTo>
                  <a:lnTo>
                    <a:pt x="365" y="144"/>
                  </a:lnTo>
                  <a:lnTo>
                    <a:pt x="368" y="161"/>
                  </a:lnTo>
                  <a:lnTo>
                    <a:pt x="368" y="181"/>
                  </a:lnTo>
                  <a:lnTo>
                    <a:pt x="359" y="181"/>
                  </a:lnTo>
                  <a:lnTo>
                    <a:pt x="359" y="164"/>
                  </a:lnTo>
                  <a:lnTo>
                    <a:pt x="356" y="147"/>
                  </a:lnTo>
                  <a:lnTo>
                    <a:pt x="350" y="130"/>
                  </a:lnTo>
                  <a:lnTo>
                    <a:pt x="344" y="112"/>
                  </a:lnTo>
                  <a:lnTo>
                    <a:pt x="338" y="98"/>
                  </a:lnTo>
                  <a:lnTo>
                    <a:pt x="330" y="83"/>
                  </a:lnTo>
                  <a:lnTo>
                    <a:pt x="318" y="72"/>
                  </a:lnTo>
                  <a:lnTo>
                    <a:pt x="309" y="58"/>
                  </a:lnTo>
                  <a:lnTo>
                    <a:pt x="295" y="46"/>
                  </a:lnTo>
                  <a:lnTo>
                    <a:pt x="283" y="38"/>
                  </a:lnTo>
                  <a:lnTo>
                    <a:pt x="269" y="29"/>
                  </a:lnTo>
                  <a:lnTo>
                    <a:pt x="254" y="20"/>
                  </a:lnTo>
                  <a:lnTo>
                    <a:pt x="236" y="15"/>
                  </a:lnTo>
                  <a:lnTo>
                    <a:pt x="219" y="12"/>
                  </a:lnTo>
                  <a:lnTo>
                    <a:pt x="202" y="9"/>
                  </a:lnTo>
                  <a:lnTo>
                    <a:pt x="184" y="9"/>
                  </a:lnTo>
                  <a:lnTo>
                    <a:pt x="166" y="9"/>
                  </a:lnTo>
                  <a:lnTo>
                    <a:pt x="149" y="12"/>
                  </a:lnTo>
                  <a:lnTo>
                    <a:pt x="132" y="15"/>
                  </a:lnTo>
                  <a:lnTo>
                    <a:pt x="117" y="20"/>
                  </a:lnTo>
                  <a:lnTo>
                    <a:pt x="102" y="29"/>
                  </a:lnTo>
                  <a:lnTo>
                    <a:pt x="88" y="38"/>
                  </a:lnTo>
                  <a:lnTo>
                    <a:pt x="73" y="46"/>
                  </a:lnTo>
                  <a:lnTo>
                    <a:pt x="61" y="58"/>
                  </a:lnTo>
                  <a:lnTo>
                    <a:pt x="50" y="72"/>
                  </a:lnTo>
                  <a:lnTo>
                    <a:pt x="38" y="83"/>
                  </a:lnTo>
                  <a:lnTo>
                    <a:pt x="30" y="98"/>
                  </a:lnTo>
                  <a:lnTo>
                    <a:pt x="24" y="112"/>
                  </a:lnTo>
                  <a:lnTo>
                    <a:pt x="18" y="130"/>
                  </a:lnTo>
                  <a:lnTo>
                    <a:pt x="15" y="147"/>
                  </a:lnTo>
                  <a:lnTo>
                    <a:pt x="12" y="164"/>
                  </a:lnTo>
                  <a:lnTo>
                    <a:pt x="9" y="181"/>
                  </a:lnTo>
                  <a:lnTo>
                    <a:pt x="0" y="181"/>
                  </a:lnTo>
                </a:path>
              </a:pathLst>
            </a:custGeom>
            <a:solidFill>
              <a:srgbClr val="FFC7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5"/>
            <p:cNvSpPr/>
            <p:nvPr/>
          </p:nvSpPr>
          <p:spPr>
            <a:xfrm>
              <a:off x="4746" y="3802"/>
              <a:ext cx="369" cy="182"/>
            </a:xfrm>
            <a:custGeom>
              <a:rect b="b" l="l" r="r" t="t"/>
              <a:pathLst>
                <a:path extrusionOk="0" h="182" w="369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5"/>
                  </a:lnTo>
                  <a:lnTo>
                    <a:pt x="9" y="52"/>
                  </a:lnTo>
                  <a:lnTo>
                    <a:pt x="15" y="69"/>
                  </a:lnTo>
                  <a:lnTo>
                    <a:pt x="24" y="86"/>
                  </a:lnTo>
                  <a:lnTo>
                    <a:pt x="32" y="101"/>
                  </a:lnTo>
                  <a:lnTo>
                    <a:pt x="44" y="115"/>
                  </a:lnTo>
                  <a:lnTo>
                    <a:pt x="56" y="127"/>
                  </a:lnTo>
                  <a:lnTo>
                    <a:pt x="67" y="138"/>
                  </a:lnTo>
                  <a:lnTo>
                    <a:pt x="82" y="149"/>
                  </a:lnTo>
                  <a:lnTo>
                    <a:pt x="96" y="158"/>
                  </a:lnTo>
                  <a:lnTo>
                    <a:pt x="114" y="166"/>
                  </a:lnTo>
                  <a:lnTo>
                    <a:pt x="132" y="172"/>
                  </a:lnTo>
                  <a:lnTo>
                    <a:pt x="149" y="178"/>
                  </a:lnTo>
                  <a:lnTo>
                    <a:pt x="166" y="181"/>
                  </a:lnTo>
                  <a:lnTo>
                    <a:pt x="184" y="181"/>
                  </a:lnTo>
                  <a:lnTo>
                    <a:pt x="205" y="181"/>
                  </a:lnTo>
                  <a:lnTo>
                    <a:pt x="222" y="178"/>
                  </a:lnTo>
                  <a:lnTo>
                    <a:pt x="239" y="172"/>
                  </a:lnTo>
                  <a:lnTo>
                    <a:pt x="257" y="166"/>
                  </a:lnTo>
                  <a:lnTo>
                    <a:pt x="272" y="158"/>
                  </a:lnTo>
                  <a:lnTo>
                    <a:pt x="286" y="149"/>
                  </a:lnTo>
                  <a:lnTo>
                    <a:pt x="301" y="138"/>
                  </a:lnTo>
                  <a:lnTo>
                    <a:pt x="315" y="127"/>
                  </a:lnTo>
                  <a:lnTo>
                    <a:pt x="327" y="115"/>
                  </a:lnTo>
                  <a:lnTo>
                    <a:pt x="336" y="101"/>
                  </a:lnTo>
                  <a:lnTo>
                    <a:pt x="344" y="86"/>
                  </a:lnTo>
                  <a:lnTo>
                    <a:pt x="353" y="69"/>
                  </a:lnTo>
                  <a:lnTo>
                    <a:pt x="359" y="52"/>
                  </a:lnTo>
                  <a:lnTo>
                    <a:pt x="365" y="35"/>
                  </a:lnTo>
                  <a:lnTo>
                    <a:pt x="368" y="17"/>
                  </a:lnTo>
                  <a:lnTo>
                    <a:pt x="368" y="0"/>
                  </a:lnTo>
                  <a:lnTo>
                    <a:pt x="359" y="0"/>
                  </a:lnTo>
                  <a:lnTo>
                    <a:pt x="359" y="17"/>
                  </a:lnTo>
                  <a:lnTo>
                    <a:pt x="356" y="35"/>
                  </a:lnTo>
                  <a:lnTo>
                    <a:pt x="350" y="52"/>
                  </a:lnTo>
                  <a:lnTo>
                    <a:pt x="344" y="66"/>
                  </a:lnTo>
                  <a:lnTo>
                    <a:pt x="338" y="80"/>
                  </a:lnTo>
                  <a:lnTo>
                    <a:pt x="330" y="95"/>
                  </a:lnTo>
                  <a:lnTo>
                    <a:pt x="318" y="109"/>
                  </a:lnTo>
                  <a:lnTo>
                    <a:pt x="309" y="121"/>
                  </a:lnTo>
                  <a:lnTo>
                    <a:pt x="295" y="133"/>
                  </a:lnTo>
                  <a:lnTo>
                    <a:pt x="283" y="143"/>
                  </a:lnTo>
                  <a:lnTo>
                    <a:pt x="269" y="152"/>
                  </a:lnTo>
                  <a:lnTo>
                    <a:pt x="254" y="158"/>
                  </a:lnTo>
                  <a:lnTo>
                    <a:pt x="236" y="164"/>
                  </a:lnTo>
                  <a:lnTo>
                    <a:pt x="219" y="169"/>
                  </a:lnTo>
                  <a:lnTo>
                    <a:pt x="202" y="169"/>
                  </a:lnTo>
                  <a:lnTo>
                    <a:pt x="184" y="172"/>
                  </a:lnTo>
                  <a:lnTo>
                    <a:pt x="166" y="169"/>
                  </a:lnTo>
                  <a:lnTo>
                    <a:pt x="149" y="169"/>
                  </a:lnTo>
                  <a:lnTo>
                    <a:pt x="132" y="164"/>
                  </a:lnTo>
                  <a:lnTo>
                    <a:pt x="117" y="158"/>
                  </a:lnTo>
                  <a:lnTo>
                    <a:pt x="102" y="152"/>
                  </a:lnTo>
                  <a:lnTo>
                    <a:pt x="88" y="143"/>
                  </a:lnTo>
                  <a:lnTo>
                    <a:pt x="73" y="133"/>
                  </a:lnTo>
                  <a:lnTo>
                    <a:pt x="61" y="121"/>
                  </a:lnTo>
                  <a:lnTo>
                    <a:pt x="50" y="109"/>
                  </a:lnTo>
                  <a:lnTo>
                    <a:pt x="38" y="95"/>
                  </a:lnTo>
                  <a:lnTo>
                    <a:pt x="30" y="80"/>
                  </a:lnTo>
                  <a:lnTo>
                    <a:pt x="24" y="66"/>
                  </a:lnTo>
                  <a:lnTo>
                    <a:pt x="18" y="52"/>
                  </a:lnTo>
                  <a:lnTo>
                    <a:pt x="15" y="35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7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35"/>
            <p:cNvSpPr/>
            <p:nvPr/>
          </p:nvSpPr>
          <p:spPr>
            <a:xfrm>
              <a:off x="4755" y="3624"/>
              <a:ext cx="351" cy="173"/>
            </a:xfrm>
            <a:custGeom>
              <a:rect b="b" l="l" r="r" t="t"/>
              <a:pathLst>
                <a:path extrusionOk="0" h="173" w="351">
                  <a:moveTo>
                    <a:pt x="0" y="172"/>
                  </a:moveTo>
                  <a:lnTo>
                    <a:pt x="3" y="155"/>
                  </a:lnTo>
                  <a:lnTo>
                    <a:pt x="6" y="138"/>
                  </a:lnTo>
                  <a:lnTo>
                    <a:pt x="9" y="121"/>
                  </a:lnTo>
                  <a:lnTo>
                    <a:pt x="15" y="103"/>
                  </a:lnTo>
                  <a:lnTo>
                    <a:pt x="21" y="89"/>
                  </a:lnTo>
                  <a:lnTo>
                    <a:pt x="29" y="74"/>
                  </a:lnTo>
                  <a:lnTo>
                    <a:pt x="41" y="63"/>
                  </a:lnTo>
                  <a:lnTo>
                    <a:pt x="52" y="49"/>
                  </a:lnTo>
                  <a:lnTo>
                    <a:pt x="64" y="38"/>
                  </a:lnTo>
                  <a:lnTo>
                    <a:pt x="79" y="29"/>
                  </a:lnTo>
                  <a:lnTo>
                    <a:pt x="93" y="20"/>
                  </a:lnTo>
                  <a:lnTo>
                    <a:pt x="108" y="12"/>
                  </a:lnTo>
                  <a:lnTo>
                    <a:pt x="123" y="6"/>
                  </a:lnTo>
                  <a:lnTo>
                    <a:pt x="140" y="3"/>
                  </a:lnTo>
                  <a:lnTo>
                    <a:pt x="157" y="0"/>
                  </a:lnTo>
                  <a:lnTo>
                    <a:pt x="175" y="0"/>
                  </a:lnTo>
                  <a:lnTo>
                    <a:pt x="193" y="0"/>
                  </a:lnTo>
                  <a:lnTo>
                    <a:pt x="210" y="3"/>
                  </a:lnTo>
                  <a:lnTo>
                    <a:pt x="227" y="6"/>
                  </a:lnTo>
                  <a:lnTo>
                    <a:pt x="245" y="12"/>
                  </a:lnTo>
                  <a:lnTo>
                    <a:pt x="260" y="20"/>
                  </a:lnTo>
                  <a:lnTo>
                    <a:pt x="274" y="29"/>
                  </a:lnTo>
                  <a:lnTo>
                    <a:pt x="286" y="38"/>
                  </a:lnTo>
                  <a:lnTo>
                    <a:pt x="300" y="49"/>
                  </a:lnTo>
                  <a:lnTo>
                    <a:pt x="309" y="63"/>
                  </a:lnTo>
                  <a:lnTo>
                    <a:pt x="321" y="74"/>
                  </a:lnTo>
                  <a:lnTo>
                    <a:pt x="329" y="89"/>
                  </a:lnTo>
                  <a:lnTo>
                    <a:pt x="335" y="103"/>
                  </a:lnTo>
                  <a:lnTo>
                    <a:pt x="341" y="121"/>
                  </a:lnTo>
                  <a:lnTo>
                    <a:pt x="347" y="138"/>
                  </a:lnTo>
                  <a:lnTo>
                    <a:pt x="350" y="155"/>
                  </a:lnTo>
                  <a:lnTo>
                    <a:pt x="350" y="172"/>
                  </a:lnTo>
                  <a:lnTo>
                    <a:pt x="341" y="172"/>
                  </a:lnTo>
                  <a:lnTo>
                    <a:pt x="341" y="155"/>
                  </a:lnTo>
                  <a:lnTo>
                    <a:pt x="338" y="138"/>
                  </a:lnTo>
                  <a:lnTo>
                    <a:pt x="332" y="124"/>
                  </a:lnTo>
                  <a:lnTo>
                    <a:pt x="326" y="109"/>
                  </a:lnTo>
                  <a:lnTo>
                    <a:pt x="321" y="95"/>
                  </a:lnTo>
                  <a:lnTo>
                    <a:pt x="312" y="80"/>
                  </a:lnTo>
                  <a:lnTo>
                    <a:pt x="303" y="69"/>
                  </a:lnTo>
                  <a:lnTo>
                    <a:pt x="292" y="58"/>
                  </a:lnTo>
                  <a:lnTo>
                    <a:pt x="280" y="46"/>
                  </a:lnTo>
                  <a:lnTo>
                    <a:pt x="268" y="38"/>
                  </a:lnTo>
                  <a:lnTo>
                    <a:pt x="254" y="29"/>
                  </a:lnTo>
                  <a:lnTo>
                    <a:pt x="239" y="20"/>
                  </a:lnTo>
                  <a:lnTo>
                    <a:pt x="224" y="14"/>
                  </a:lnTo>
                  <a:lnTo>
                    <a:pt x="210" y="12"/>
                  </a:lnTo>
                  <a:lnTo>
                    <a:pt x="193" y="9"/>
                  </a:lnTo>
                  <a:lnTo>
                    <a:pt x="175" y="9"/>
                  </a:lnTo>
                  <a:lnTo>
                    <a:pt x="157" y="9"/>
                  </a:lnTo>
                  <a:lnTo>
                    <a:pt x="143" y="12"/>
                  </a:lnTo>
                  <a:lnTo>
                    <a:pt x="126" y="14"/>
                  </a:lnTo>
                  <a:lnTo>
                    <a:pt x="111" y="20"/>
                  </a:lnTo>
                  <a:lnTo>
                    <a:pt x="96" y="29"/>
                  </a:lnTo>
                  <a:lnTo>
                    <a:pt x="82" y="38"/>
                  </a:lnTo>
                  <a:lnTo>
                    <a:pt x="70" y="46"/>
                  </a:lnTo>
                  <a:lnTo>
                    <a:pt x="58" y="58"/>
                  </a:lnTo>
                  <a:lnTo>
                    <a:pt x="47" y="69"/>
                  </a:lnTo>
                  <a:lnTo>
                    <a:pt x="38" y="80"/>
                  </a:lnTo>
                  <a:lnTo>
                    <a:pt x="29" y="95"/>
                  </a:lnTo>
                  <a:lnTo>
                    <a:pt x="24" y="109"/>
                  </a:lnTo>
                  <a:lnTo>
                    <a:pt x="18" y="124"/>
                  </a:lnTo>
                  <a:lnTo>
                    <a:pt x="15" y="138"/>
                  </a:lnTo>
                  <a:lnTo>
                    <a:pt x="12" y="155"/>
                  </a:lnTo>
                  <a:lnTo>
                    <a:pt x="9" y="172"/>
                  </a:lnTo>
                  <a:lnTo>
                    <a:pt x="0" y="172"/>
                  </a:lnTo>
                </a:path>
              </a:pathLst>
            </a:custGeom>
            <a:solidFill>
              <a:srgbClr val="FFC7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5"/>
            <p:cNvSpPr/>
            <p:nvPr/>
          </p:nvSpPr>
          <p:spPr>
            <a:xfrm>
              <a:off x="4755" y="3802"/>
              <a:ext cx="351" cy="173"/>
            </a:xfrm>
            <a:custGeom>
              <a:rect b="b" l="l" r="r" t="t"/>
              <a:pathLst>
                <a:path extrusionOk="0" h="173" w="351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5"/>
                  </a:lnTo>
                  <a:lnTo>
                    <a:pt x="9" y="52"/>
                  </a:lnTo>
                  <a:lnTo>
                    <a:pt x="15" y="66"/>
                  </a:lnTo>
                  <a:lnTo>
                    <a:pt x="21" y="80"/>
                  </a:lnTo>
                  <a:lnTo>
                    <a:pt x="29" y="95"/>
                  </a:lnTo>
                  <a:lnTo>
                    <a:pt x="41" y="109"/>
                  </a:lnTo>
                  <a:lnTo>
                    <a:pt x="52" y="121"/>
                  </a:lnTo>
                  <a:lnTo>
                    <a:pt x="64" y="132"/>
                  </a:lnTo>
                  <a:lnTo>
                    <a:pt x="79" y="143"/>
                  </a:lnTo>
                  <a:lnTo>
                    <a:pt x="93" y="152"/>
                  </a:lnTo>
                  <a:lnTo>
                    <a:pt x="108" y="158"/>
                  </a:lnTo>
                  <a:lnTo>
                    <a:pt x="123" y="163"/>
                  </a:lnTo>
                  <a:lnTo>
                    <a:pt x="140" y="169"/>
                  </a:lnTo>
                  <a:lnTo>
                    <a:pt x="157" y="169"/>
                  </a:lnTo>
                  <a:lnTo>
                    <a:pt x="175" y="172"/>
                  </a:lnTo>
                  <a:lnTo>
                    <a:pt x="193" y="169"/>
                  </a:lnTo>
                  <a:lnTo>
                    <a:pt x="210" y="169"/>
                  </a:lnTo>
                  <a:lnTo>
                    <a:pt x="227" y="163"/>
                  </a:lnTo>
                  <a:lnTo>
                    <a:pt x="245" y="158"/>
                  </a:lnTo>
                  <a:lnTo>
                    <a:pt x="260" y="152"/>
                  </a:lnTo>
                  <a:lnTo>
                    <a:pt x="274" y="143"/>
                  </a:lnTo>
                  <a:lnTo>
                    <a:pt x="286" y="132"/>
                  </a:lnTo>
                  <a:lnTo>
                    <a:pt x="300" y="121"/>
                  </a:lnTo>
                  <a:lnTo>
                    <a:pt x="309" y="109"/>
                  </a:lnTo>
                  <a:lnTo>
                    <a:pt x="321" y="95"/>
                  </a:lnTo>
                  <a:lnTo>
                    <a:pt x="329" y="80"/>
                  </a:lnTo>
                  <a:lnTo>
                    <a:pt x="335" y="66"/>
                  </a:lnTo>
                  <a:lnTo>
                    <a:pt x="341" y="52"/>
                  </a:lnTo>
                  <a:lnTo>
                    <a:pt x="347" y="35"/>
                  </a:lnTo>
                  <a:lnTo>
                    <a:pt x="350" y="17"/>
                  </a:lnTo>
                  <a:lnTo>
                    <a:pt x="350" y="0"/>
                  </a:lnTo>
                  <a:lnTo>
                    <a:pt x="341" y="0"/>
                  </a:lnTo>
                  <a:lnTo>
                    <a:pt x="341" y="17"/>
                  </a:lnTo>
                  <a:lnTo>
                    <a:pt x="338" y="32"/>
                  </a:lnTo>
                  <a:lnTo>
                    <a:pt x="332" y="49"/>
                  </a:lnTo>
                  <a:lnTo>
                    <a:pt x="326" y="63"/>
                  </a:lnTo>
                  <a:lnTo>
                    <a:pt x="321" y="77"/>
                  </a:lnTo>
                  <a:lnTo>
                    <a:pt x="312" y="92"/>
                  </a:lnTo>
                  <a:lnTo>
                    <a:pt x="303" y="103"/>
                  </a:lnTo>
                  <a:lnTo>
                    <a:pt x="292" y="115"/>
                  </a:lnTo>
                  <a:lnTo>
                    <a:pt x="280" y="127"/>
                  </a:lnTo>
                  <a:lnTo>
                    <a:pt x="268" y="135"/>
                  </a:lnTo>
                  <a:lnTo>
                    <a:pt x="254" y="143"/>
                  </a:lnTo>
                  <a:lnTo>
                    <a:pt x="239" y="149"/>
                  </a:lnTo>
                  <a:lnTo>
                    <a:pt x="224" y="155"/>
                  </a:lnTo>
                  <a:lnTo>
                    <a:pt x="210" y="158"/>
                  </a:lnTo>
                  <a:lnTo>
                    <a:pt x="193" y="160"/>
                  </a:lnTo>
                  <a:lnTo>
                    <a:pt x="175" y="163"/>
                  </a:lnTo>
                  <a:lnTo>
                    <a:pt x="157" y="160"/>
                  </a:lnTo>
                  <a:lnTo>
                    <a:pt x="143" y="158"/>
                  </a:lnTo>
                  <a:lnTo>
                    <a:pt x="126" y="155"/>
                  </a:lnTo>
                  <a:lnTo>
                    <a:pt x="111" y="149"/>
                  </a:lnTo>
                  <a:lnTo>
                    <a:pt x="96" y="143"/>
                  </a:lnTo>
                  <a:lnTo>
                    <a:pt x="82" y="135"/>
                  </a:lnTo>
                  <a:lnTo>
                    <a:pt x="70" y="127"/>
                  </a:lnTo>
                  <a:lnTo>
                    <a:pt x="58" y="115"/>
                  </a:lnTo>
                  <a:lnTo>
                    <a:pt x="47" y="103"/>
                  </a:lnTo>
                  <a:lnTo>
                    <a:pt x="38" y="92"/>
                  </a:lnTo>
                  <a:lnTo>
                    <a:pt x="29" y="77"/>
                  </a:lnTo>
                  <a:lnTo>
                    <a:pt x="24" y="63"/>
                  </a:lnTo>
                  <a:lnTo>
                    <a:pt x="18" y="49"/>
                  </a:lnTo>
                  <a:lnTo>
                    <a:pt x="15" y="32"/>
                  </a:lnTo>
                  <a:lnTo>
                    <a:pt x="12" y="17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C7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5"/>
            <p:cNvSpPr/>
            <p:nvPr/>
          </p:nvSpPr>
          <p:spPr>
            <a:xfrm>
              <a:off x="4764" y="3633"/>
              <a:ext cx="333" cy="164"/>
            </a:xfrm>
            <a:custGeom>
              <a:rect b="b" l="l" r="r" t="t"/>
              <a:pathLst>
                <a:path extrusionOk="0" h="164" w="333">
                  <a:moveTo>
                    <a:pt x="0" y="163"/>
                  </a:moveTo>
                  <a:lnTo>
                    <a:pt x="3" y="146"/>
                  </a:lnTo>
                  <a:lnTo>
                    <a:pt x="6" y="129"/>
                  </a:lnTo>
                  <a:lnTo>
                    <a:pt x="9" y="115"/>
                  </a:lnTo>
                  <a:lnTo>
                    <a:pt x="15" y="100"/>
                  </a:lnTo>
                  <a:lnTo>
                    <a:pt x="21" y="86"/>
                  </a:lnTo>
                  <a:lnTo>
                    <a:pt x="29" y="71"/>
                  </a:lnTo>
                  <a:lnTo>
                    <a:pt x="38" y="60"/>
                  </a:lnTo>
                  <a:lnTo>
                    <a:pt x="49" y="49"/>
                  </a:lnTo>
                  <a:lnTo>
                    <a:pt x="61" y="38"/>
                  </a:lnTo>
                  <a:lnTo>
                    <a:pt x="73" y="29"/>
                  </a:lnTo>
                  <a:lnTo>
                    <a:pt x="87" y="20"/>
                  </a:lnTo>
                  <a:lnTo>
                    <a:pt x="102" y="12"/>
                  </a:lnTo>
                  <a:lnTo>
                    <a:pt x="117" y="6"/>
                  </a:lnTo>
                  <a:lnTo>
                    <a:pt x="134" y="3"/>
                  </a:lnTo>
                  <a:lnTo>
                    <a:pt x="148" y="0"/>
                  </a:lnTo>
                  <a:lnTo>
                    <a:pt x="166" y="0"/>
                  </a:lnTo>
                  <a:lnTo>
                    <a:pt x="184" y="0"/>
                  </a:lnTo>
                  <a:lnTo>
                    <a:pt x="201" y="3"/>
                  </a:lnTo>
                  <a:lnTo>
                    <a:pt x="215" y="6"/>
                  </a:lnTo>
                  <a:lnTo>
                    <a:pt x="230" y="12"/>
                  </a:lnTo>
                  <a:lnTo>
                    <a:pt x="245" y="20"/>
                  </a:lnTo>
                  <a:lnTo>
                    <a:pt x="259" y="29"/>
                  </a:lnTo>
                  <a:lnTo>
                    <a:pt x="271" y="38"/>
                  </a:lnTo>
                  <a:lnTo>
                    <a:pt x="283" y="49"/>
                  </a:lnTo>
                  <a:lnTo>
                    <a:pt x="294" y="60"/>
                  </a:lnTo>
                  <a:lnTo>
                    <a:pt x="303" y="71"/>
                  </a:lnTo>
                  <a:lnTo>
                    <a:pt x="311" y="86"/>
                  </a:lnTo>
                  <a:lnTo>
                    <a:pt x="317" y="100"/>
                  </a:lnTo>
                  <a:lnTo>
                    <a:pt x="323" y="115"/>
                  </a:lnTo>
                  <a:lnTo>
                    <a:pt x="329" y="129"/>
                  </a:lnTo>
                  <a:lnTo>
                    <a:pt x="332" y="146"/>
                  </a:lnTo>
                  <a:lnTo>
                    <a:pt x="332" y="163"/>
                  </a:lnTo>
                  <a:lnTo>
                    <a:pt x="323" y="163"/>
                  </a:lnTo>
                  <a:lnTo>
                    <a:pt x="320" y="146"/>
                  </a:lnTo>
                  <a:lnTo>
                    <a:pt x="320" y="132"/>
                  </a:lnTo>
                  <a:lnTo>
                    <a:pt x="314" y="118"/>
                  </a:lnTo>
                  <a:lnTo>
                    <a:pt x="308" y="103"/>
                  </a:lnTo>
                  <a:lnTo>
                    <a:pt x="303" y="89"/>
                  </a:lnTo>
                  <a:lnTo>
                    <a:pt x="294" y="77"/>
                  </a:lnTo>
                  <a:lnTo>
                    <a:pt x="286" y="66"/>
                  </a:lnTo>
                  <a:lnTo>
                    <a:pt x="277" y="54"/>
                  </a:lnTo>
                  <a:lnTo>
                    <a:pt x="265" y="43"/>
                  </a:lnTo>
                  <a:lnTo>
                    <a:pt x="253" y="35"/>
                  </a:lnTo>
                  <a:lnTo>
                    <a:pt x="242" y="29"/>
                  </a:lnTo>
                  <a:lnTo>
                    <a:pt x="227" y="20"/>
                  </a:lnTo>
                  <a:lnTo>
                    <a:pt x="212" y="17"/>
                  </a:lnTo>
                  <a:lnTo>
                    <a:pt x="198" y="12"/>
                  </a:lnTo>
                  <a:lnTo>
                    <a:pt x="184" y="9"/>
                  </a:lnTo>
                  <a:lnTo>
                    <a:pt x="166" y="9"/>
                  </a:lnTo>
                  <a:lnTo>
                    <a:pt x="151" y="9"/>
                  </a:lnTo>
                  <a:lnTo>
                    <a:pt x="134" y="12"/>
                  </a:lnTo>
                  <a:lnTo>
                    <a:pt x="120" y="17"/>
                  </a:lnTo>
                  <a:lnTo>
                    <a:pt x="105" y="20"/>
                  </a:lnTo>
                  <a:lnTo>
                    <a:pt x="93" y="29"/>
                  </a:lnTo>
                  <a:lnTo>
                    <a:pt x="79" y="35"/>
                  </a:lnTo>
                  <a:lnTo>
                    <a:pt x="67" y="43"/>
                  </a:lnTo>
                  <a:lnTo>
                    <a:pt x="55" y="54"/>
                  </a:lnTo>
                  <a:lnTo>
                    <a:pt x="46" y="66"/>
                  </a:lnTo>
                  <a:lnTo>
                    <a:pt x="38" y="77"/>
                  </a:lnTo>
                  <a:lnTo>
                    <a:pt x="29" y="89"/>
                  </a:lnTo>
                  <a:lnTo>
                    <a:pt x="24" y="103"/>
                  </a:lnTo>
                  <a:lnTo>
                    <a:pt x="18" y="118"/>
                  </a:lnTo>
                  <a:lnTo>
                    <a:pt x="15" y="132"/>
                  </a:lnTo>
                  <a:lnTo>
                    <a:pt x="12" y="146"/>
                  </a:lnTo>
                  <a:lnTo>
                    <a:pt x="12" y="163"/>
                  </a:lnTo>
                  <a:lnTo>
                    <a:pt x="0" y="163"/>
                  </a:lnTo>
                </a:path>
              </a:pathLst>
            </a:custGeom>
            <a:solidFill>
              <a:srgbClr val="FFCC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4764" y="3802"/>
              <a:ext cx="333" cy="164"/>
            </a:xfrm>
            <a:custGeom>
              <a:rect b="b" l="l" r="r" t="t"/>
              <a:pathLst>
                <a:path extrusionOk="0" h="164" w="333">
                  <a:moveTo>
                    <a:pt x="0" y="0"/>
                  </a:moveTo>
                  <a:lnTo>
                    <a:pt x="0" y="0"/>
                  </a:lnTo>
                  <a:lnTo>
                    <a:pt x="3" y="17"/>
                  </a:lnTo>
                  <a:lnTo>
                    <a:pt x="6" y="32"/>
                  </a:lnTo>
                  <a:lnTo>
                    <a:pt x="9" y="49"/>
                  </a:lnTo>
                  <a:lnTo>
                    <a:pt x="15" y="63"/>
                  </a:lnTo>
                  <a:lnTo>
                    <a:pt x="21" y="77"/>
                  </a:lnTo>
                  <a:lnTo>
                    <a:pt x="29" y="92"/>
                  </a:lnTo>
                  <a:lnTo>
                    <a:pt x="38" y="103"/>
                  </a:lnTo>
                  <a:lnTo>
                    <a:pt x="49" y="115"/>
                  </a:lnTo>
                  <a:lnTo>
                    <a:pt x="61" y="126"/>
                  </a:lnTo>
                  <a:lnTo>
                    <a:pt x="73" y="135"/>
                  </a:lnTo>
                  <a:lnTo>
                    <a:pt x="87" y="143"/>
                  </a:lnTo>
                  <a:lnTo>
                    <a:pt x="102" y="149"/>
                  </a:lnTo>
                  <a:lnTo>
                    <a:pt x="117" y="154"/>
                  </a:lnTo>
                  <a:lnTo>
                    <a:pt x="134" y="157"/>
                  </a:lnTo>
                  <a:lnTo>
                    <a:pt x="148" y="160"/>
                  </a:lnTo>
                  <a:lnTo>
                    <a:pt x="166" y="163"/>
                  </a:lnTo>
                  <a:lnTo>
                    <a:pt x="184" y="160"/>
                  </a:lnTo>
                  <a:lnTo>
                    <a:pt x="201" y="157"/>
                  </a:lnTo>
                  <a:lnTo>
                    <a:pt x="215" y="154"/>
                  </a:lnTo>
                  <a:lnTo>
                    <a:pt x="230" y="149"/>
                  </a:lnTo>
                  <a:lnTo>
                    <a:pt x="245" y="143"/>
                  </a:lnTo>
                  <a:lnTo>
                    <a:pt x="259" y="135"/>
                  </a:lnTo>
                  <a:lnTo>
                    <a:pt x="271" y="126"/>
                  </a:lnTo>
                  <a:lnTo>
                    <a:pt x="283" y="115"/>
                  </a:lnTo>
                  <a:lnTo>
                    <a:pt x="294" y="103"/>
                  </a:lnTo>
                  <a:lnTo>
                    <a:pt x="303" y="92"/>
                  </a:lnTo>
                  <a:lnTo>
                    <a:pt x="311" y="77"/>
                  </a:lnTo>
                  <a:lnTo>
                    <a:pt x="317" y="63"/>
                  </a:lnTo>
                  <a:lnTo>
                    <a:pt x="323" y="49"/>
                  </a:lnTo>
                  <a:lnTo>
                    <a:pt x="329" y="32"/>
                  </a:lnTo>
                  <a:lnTo>
                    <a:pt x="332" y="17"/>
                  </a:lnTo>
                  <a:lnTo>
                    <a:pt x="332" y="0"/>
                  </a:lnTo>
                  <a:lnTo>
                    <a:pt x="323" y="0"/>
                  </a:lnTo>
                  <a:lnTo>
                    <a:pt x="320" y="14"/>
                  </a:lnTo>
                  <a:lnTo>
                    <a:pt x="320" y="32"/>
                  </a:lnTo>
                  <a:lnTo>
                    <a:pt x="314" y="46"/>
                  </a:lnTo>
                  <a:lnTo>
                    <a:pt x="308" y="60"/>
                  </a:lnTo>
                  <a:lnTo>
                    <a:pt x="303" y="71"/>
                  </a:lnTo>
                  <a:lnTo>
                    <a:pt x="294" y="86"/>
                  </a:lnTo>
                  <a:lnTo>
                    <a:pt x="286" y="97"/>
                  </a:lnTo>
                  <a:lnTo>
                    <a:pt x="277" y="109"/>
                  </a:lnTo>
                  <a:lnTo>
                    <a:pt x="265" y="118"/>
                  </a:lnTo>
                  <a:lnTo>
                    <a:pt x="253" y="126"/>
                  </a:lnTo>
                  <a:lnTo>
                    <a:pt x="242" y="135"/>
                  </a:lnTo>
                  <a:lnTo>
                    <a:pt x="227" y="141"/>
                  </a:lnTo>
                  <a:lnTo>
                    <a:pt x="212" y="146"/>
                  </a:lnTo>
                  <a:lnTo>
                    <a:pt x="198" y="149"/>
                  </a:lnTo>
                  <a:lnTo>
                    <a:pt x="184" y="151"/>
                  </a:lnTo>
                  <a:lnTo>
                    <a:pt x="166" y="151"/>
                  </a:lnTo>
                  <a:lnTo>
                    <a:pt x="151" y="151"/>
                  </a:lnTo>
                  <a:lnTo>
                    <a:pt x="134" y="149"/>
                  </a:lnTo>
                  <a:lnTo>
                    <a:pt x="120" y="146"/>
                  </a:lnTo>
                  <a:lnTo>
                    <a:pt x="105" y="141"/>
                  </a:lnTo>
                  <a:lnTo>
                    <a:pt x="93" y="135"/>
                  </a:lnTo>
                  <a:lnTo>
                    <a:pt x="79" y="126"/>
                  </a:lnTo>
                  <a:lnTo>
                    <a:pt x="67" y="118"/>
                  </a:lnTo>
                  <a:lnTo>
                    <a:pt x="55" y="109"/>
                  </a:lnTo>
                  <a:lnTo>
                    <a:pt x="46" y="97"/>
                  </a:lnTo>
                  <a:lnTo>
                    <a:pt x="38" y="86"/>
                  </a:lnTo>
                  <a:lnTo>
                    <a:pt x="29" y="71"/>
                  </a:lnTo>
                  <a:lnTo>
                    <a:pt x="24" y="60"/>
                  </a:lnTo>
                  <a:lnTo>
                    <a:pt x="18" y="46"/>
                  </a:lnTo>
                  <a:lnTo>
                    <a:pt x="15" y="32"/>
                  </a:lnTo>
                  <a:lnTo>
                    <a:pt x="12" y="14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CC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4776" y="3642"/>
              <a:ext cx="312" cy="155"/>
            </a:xfrm>
            <a:custGeom>
              <a:rect b="b" l="l" r="r" t="t"/>
              <a:pathLst>
                <a:path extrusionOk="0" h="155" w="312">
                  <a:moveTo>
                    <a:pt x="0" y="154"/>
                  </a:moveTo>
                  <a:lnTo>
                    <a:pt x="0" y="137"/>
                  </a:lnTo>
                  <a:lnTo>
                    <a:pt x="3" y="123"/>
                  </a:lnTo>
                  <a:lnTo>
                    <a:pt x="6" y="109"/>
                  </a:lnTo>
                  <a:lnTo>
                    <a:pt x="12" y="94"/>
                  </a:lnTo>
                  <a:lnTo>
                    <a:pt x="18" y="80"/>
                  </a:lnTo>
                  <a:lnTo>
                    <a:pt x="26" y="68"/>
                  </a:lnTo>
                  <a:lnTo>
                    <a:pt x="34" y="57"/>
                  </a:lnTo>
                  <a:lnTo>
                    <a:pt x="43" y="45"/>
                  </a:lnTo>
                  <a:lnTo>
                    <a:pt x="55" y="35"/>
                  </a:lnTo>
                  <a:lnTo>
                    <a:pt x="67" y="26"/>
                  </a:lnTo>
                  <a:lnTo>
                    <a:pt x="81" y="20"/>
                  </a:lnTo>
                  <a:lnTo>
                    <a:pt x="93" y="12"/>
                  </a:lnTo>
                  <a:lnTo>
                    <a:pt x="108" y="9"/>
                  </a:lnTo>
                  <a:lnTo>
                    <a:pt x="122" y="3"/>
                  </a:lnTo>
                  <a:lnTo>
                    <a:pt x="139" y="0"/>
                  </a:lnTo>
                  <a:lnTo>
                    <a:pt x="154" y="0"/>
                  </a:lnTo>
                  <a:lnTo>
                    <a:pt x="172" y="0"/>
                  </a:lnTo>
                  <a:lnTo>
                    <a:pt x="186" y="3"/>
                  </a:lnTo>
                  <a:lnTo>
                    <a:pt x="200" y="9"/>
                  </a:lnTo>
                  <a:lnTo>
                    <a:pt x="215" y="12"/>
                  </a:lnTo>
                  <a:lnTo>
                    <a:pt x="230" y="20"/>
                  </a:lnTo>
                  <a:lnTo>
                    <a:pt x="241" y="26"/>
                  </a:lnTo>
                  <a:lnTo>
                    <a:pt x="253" y="35"/>
                  </a:lnTo>
                  <a:lnTo>
                    <a:pt x="265" y="45"/>
                  </a:lnTo>
                  <a:lnTo>
                    <a:pt x="274" y="57"/>
                  </a:lnTo>
                  <a:lnTo>
                    <a:pt x="282" y="68"/>
                  </a:lnTo>
                  <a:lnTo>
                    <a:pt x="290" y="80"/>
                  </a:lnTo>
                  <a:lnTo>
                    <a:pt x="296" y="94"/>
                  </a:lnTo>
                  <a:lnTo>
                    <a:pt x="302" y="109"/>
                  </a:lnTo>
                  <a:lnTo>
                    <a:pt x="308" y="123"/>
                  </a:lnTo>
                  <a:lnTo>
                    <a:pt x="308" y="137"/>
                  </a:lnTo>
                  <a:lnTo>
                    <a:pt x="311" y="154"/>
                  </a:lnTo>
                  <a:lnTo>
                    <a:pt x="302" y="154"/>
                  </a:lnTo>
                  <a:lnTo>
                    <a:pt x="299" y="140"/>
                  </a:lnTo>
                  <a:lnTo>
                    <a:pt x="296" y="126"/>
                  </a:lnTo>
                  <a:lnTo>
                    <a:pt x="293" y="112"/>
                  </a:lnTo>
                  <a:lnTo>
                    <a:pt x="290" y="97"/>
                  </a:lnTo>
                  <a:lnTo>
                    <a:pt x="282" y="86"/>
                  </a:lnTo>
                  <a:lnTo>
                    <a:pt x="276" y="74"/>
                  </a:lnTo>
                  <a:lnTo>
                    <a:pt x="268" y="63"/>
                  </a:lnTo>
                  <a:lnTo>
                    <a:pt x="259" y="51"/>
                  </a:lnTo>
                  <a:lnTo>
                    <a:pt x="247" y="42"/>
                  </a:lnTo>
                  <a:lnTo>
                    <a:pt x="235" y="35"/>
                  </a:lnTo>
                  <a:lnTo>
                    <a:pt x="224" y="26"/>
                  </a:lnTo>
                  <a:lnTo>
                    <a:pt x="212" y="20"/>
                  </a:lnTo>
                  <a:lnTo>
                    <a:pt x="197" y="17"/>
                  </a:lnTo>
                  <a:lnTo>
                    <a:pt x="183" y="12"/>
                  </a:lnTo>
                  <a:lnTo>
                    <a:pt x="169" y="12"/>
                  </a:lnTo>
                  <a:lnTo>
                    <a:pt x="154" y="9"/>
                  </a:lnTo>
                  <a:lnTo>
                    <a:pt x="139" y="12"/>
                  </a:lnTo>
                  <a:lnTo>
                    <a:pt x="125" y="12"/>
                  </a:lnTo>
                  <a:lnTo>
                    <a:pt x="110" y="17"/>
                  </a:lnTo>
                  <a:lnTo>
                    <a:pt x="99" y="20"/>
                  </a:lnTo>
                  <a:lnTo>
                    <a:pt x="84" y="26"/>
                  </a:lnTo>
                  <a:lnTo>
                    <a:pt x="73" y="35"/>
                  </a:lnTo>
                  <a:lnTo>
                    <a:pt x="61" y="42"/>
                  </a:lnTo>
                  <a:lnTo>
                    <a:pt x="52" y="51"/>
                  </a:lnTo>
                  <a:lnTo>
                    <a:pt x="40" y="63"/>
                  </a:lnTo>
                  <a:lnTo>
                    <a:pt x="31" y="74"/>
                  </a:lnTo>
                  <a:lnTo>
                    <a:pt x="26" y="86"/>
                  </a:lnTo>
                  <a:lnTo>
                    <a:pt x="21" y="97"/>
                  </a:lnTo>
                  <a:lnTo>
                    <a:pt x="15" y="112"/>
                  </a:lnTo>
                  <a:lnTo>
                    <a:pt x="12" y="126"/>
                  </a:lnTo>
                  <a:lnTo>
                    <a:pt x="9" y="140"/>
                  </a:lnTo>
                  <a:lnTo>
                    <a:pt x="9" y="154"/>
                  </a:lnTo>
                  <a:lnTo>
                    <a:pt x="0" y="154"/>
                  </a:lnTo>
                </a:path>
              </a:pathLst>
            </a:custGeom>
            <a:solidFill>
              <a:srgbClr val="FFD1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4776" y="3802"/>
              <a:ext cx="312" cy="152"/>
            </a:xfrm>
            <a:custGeom>
              <a:rect b="b" l="l" r="r" t="t"/>
              <a:pathLst>
                <a:path extrusionOk="0" h="152" w="312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32"/>
                  </a:lnTo>
                  <a:lnTo>
                    <a:pt x="6" y="46"/>
                  </a:lnTo>
                  <a:lnTo>
                    <a:pt x="12" y="60"/>
                  </a:lnTo>
                  <a:lnTo>
                    <a:pt x="18" y="71"/>
                  </a:lnTo>
                  <a:lnTo>
                    <a:pt x="26" y="86"/>
                  </a:lnTo>
                  <a:lnTo>
                    <a:pt x="34" y="97"/>
                  </a:lnTo>
                  <a:lnTo>
                    <a:pt x="43" y="109"/>
                  </a:lnTo>
                  <a:lnTo>
                    <a:pt x="55" y="117"/>
                  </a:lnTo>
                  <a:lnTo>
                    <a:pt x="67" y="126"/>
                  </a:lnTo>
                  <a:lnTo>
                    <a:pt x="81" y="135"/>
                  </a:lnTo>
                  <a:lnTo>
                    <a:pt x="93" y="140"/>
                  </a:lnTo>
                  <a:lnTo>
                    <a:pt x="108" y="145"/>
                  </a:lnTo>
                  <a:lnTo>
                    <a:pt x="122" y="148"/>
                  </a:lnTo>
                  <a:lnTo>
                    <a:pt x="139" y="151"/>
                  </a:lnTo>
                  <a:lnTo>
                    <a:pt x="154" y="151"/>
                  </a:lnTo>
                  <a:lnTo>
                    <a:pt x="172" y="151"/>
                  </a:lnTo>
                  <a:lnTo>
                    <a:pt x="186" y="148"/>
                  </a:lnTo>
                  <a:lnTo>
                    <a:pt x="200" y="145"/>
                  </a:lnTo>
                  <a:lnTo>
                    <a:pt x="215" y="140"/>
                  </a:lnTo>
                  <a:lnTo>
                    <a:pt x="230" y="135"/>
                  </a:lnTo>
                  <a:lnTo>
                    <a:pt x="241" y="126"/>
                  </a:lnTo>
                  <a:lnTo>
                    <a:pt x="253" y="117"/>
                  </a:lnTo>
                  <a:lnTo>
                    <a:pt x="265" y="109"/>
                  </a:lnTo>
                  <a:lnTo>
                    <a:pt x="274" y="97"/>
                  </a:lnTo>
                  <a:lnTo>
                    <a:pt x="282" y="86"/>
                  </a:lnTo>
                  <a:lnTo>
                    <a:pt x="290" y="71"/>
                  </a:lnTo>
                  <a:lnTo>
                    <a:pt x="296" y="60"/>
                  </a:lnTo>
                  <a:lnTo>
                    <a:pt x="302" y="46"/>
                  </a:lnTo>
                  <a:lnTo>
                    <a:pt x="308" y="32"/>
                  </a:lnTo>
                  <a:lnTo>
                    <a:pt x="308" y="14"/>
                  </a:lnTo>
                  <a:lnTo>
                    <a:pt x="311" y="0"/>
                  </a:lnTo>
                  <a:lnTo>
                    <a:pt x="302" y="0"/>
                  </a:lnTo>
                  <a:lnTo>
                    <a:pt x="299" y="14"/>
                  </a:lnTo>
                  <a:lnTo>
                    <a:pt x="296" y="29"/>
                  </a:lnTo>
                  <a:lnTo>
                    <a:pt x="293" y="43"/>
                  </a:lnTo>
                  <a:lnTo>
                    <a:pt x="290" y="55"/>
                  </a:lnTo>
                  <a:lnTo>
                    <a:pt x="282" y="68"/>
                  </a:lnTo>
                  <a:lnTo>
                    <a:pt x="276" y="80"/>
                  </a:lnTo>
                  <a:lnTo>
                    <a:pt x="268" y="91"/>
                  </a:lnTo>
                  <a:lnTo>
                    <a:pt x="259" y="100"/>
                  </a:lnTo>
                  <a:lnTo>
                    <a:pt x="247" y="112"/>
                  </a:lnTo>
                  <a:lnTo>
                    <a:pt x="235" y="120"/>
                  </a:lnTo>
                  <a:lnTo>
                    <a:pt x="224" y="126"/>
                  </a:lnTo>
                  <a:lnTo>
                    <a:pt x="212" y="132"/>
                  </a:lnTo>
                  <a:lnTo>
                    <a:pt x="197" y="138"/>
                  </a:lnTo>
                  <a:lnTo>
                    <a:pt x="183" y="140"/>
                  </a:lnTo>
                  <a:lnTo>
                    <a:pt x="169" y="142"/>
                  </a:lnTo>
                  <a:lnTo>
                    <a:pt x="154" y="142"/>
                  </a:lnTo>
                  <a:lnTo>
                    <a:pt x="139" y="142"/>
                  </a:lnTo>
                  <a:lnTo>
                    <a:pt x="125" y="140"/>
                  </a:lnTo>
                  <a:lnTo>
                    <a:pt x="110" y="138"/>
                  </a:lnTo>
                  <a:lnTo>
                    <a:pt x="99" y="132"/>
                  </a:lnTo>
                  <a:lnTo>
                    <a:pt x="84" y="126"/>
                  </a:lnTo>
                  <a:lnTo>
                    <a:pt x="73" y="120"/>
                  </a:lnTo>
                  <a:lnTo>
                    <a:pt x="61" y="112"/>
                  </a:lnTo>
                  <a:lnTo>
                    <a:pt x="52" y="100"/>
                  </a:lnTo>
                  <a:lnTo>
                    <a:pt x="40" y="91"/>
                  </a:lnTo>
                  <a:lnTo>
                    <a:pt x="31" y="80"/>
                  </a:lnTo>
                  <a:lnTo>
                    <a:pt x="26" y="68"/>
                  </a:lnTo>
                  <a:lnTo>
                    <a:pt x="21" y="55"/>
                  </a:lnTo>
                  <a:lnTo>
                    <a:pt x="15" y="43"/>
                  </a:lnTo>
                  <a:lnTo>
                    <a:pt x="12" y="29"/>
                  </a:lnTo>
                  <a:lnTo>
                    <a:pt x="9" y="14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1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4785" y="3651"/>
              <a:ext cx="294" cy="146"/>
            </a:xfrm>
            <a:custGeom>
              <a:rect b="b" l="l" r="r" t="t"/>
              <a:pathLst>
                <a:path extrusionOk="0" h="146" w="294">
                  <a:moveTo>
                    <a:pt x="0" y="145"/>
                  </a:moveTo>
                  <a:lnTo>
                    <a:pt x="0" y="131"/>
                  </a:lnTo>
                  <a:lnTo>
                    <a:pt x="3" y="117"/>
                  </a:lnTo>
                  <a:lnTo>
                    <a:pt x="6" y="103"/>
                  </a:lnTo>
                  <a:lnTo>
                    <a:pt x="12" y="88"/>
                  </a:lnTo>
                  <a:lnTo>
                    <a:pt x="18" y="77"/>
                  </a:lnTo>
                  <a:lnTo>
                    <a:pt x="23" y="65"/>
                  </a:lnTo>
                  <a:lnTo>
                    <a:pt x="31" y="54"/>
                  </a:lnTo>
                  <a:lnTo>
                    <a:pt x="43" y="42"/>
                  </a:lnTo>
                  <a:lnTo>
                    <a:pt x="52" y="34"/>
                  </a:lnTo>
                  <a:lnTo>
                    <a:pt x="64" y="26"/>
                  </a:lnTo>
                  <a:lnTo>
                    <a:pt x="75" y="17"/>
                  </a:lnTo>
                  <a:lnTo>
                    <a:pt x="90" y="12"/>
                  </a:lnTo>
                  <a:lnTo>
                    <a:pt x="101" y="9"/>
                  </a:lnTo>
                  <a:lnTo>
                    <a:pt x="116" y="3"/>
                  </a:lnTo>
                  <a:lnTo>
                    <a:pt x="130" y="3"/>
                  </a:lnTo>
                  <a:lnTo>
                    <a:pt x="145" y="0"/>
                  </a:lnTo>
                  <a:lnTo>
                    <a:pt x="160" y="3"/>
                  </a:lnTo>
                  <a:lnTo>
                    <a:pt x="174" y="3"/>
                  </a:lnTo>
                  <a:lnTo>
                    <a:pt x="188" y="9"/>
                  </a:lnTo>
                  <a:lnTo>
                    <a:pt x="203" y="12"/>
                  </a:lnTo>
                  <a:lnTo>
                    <a:pt x="215" y="17"/>
                  </a:lnTo>
                  <a:lnTo>
                    <a:pt x="226" y="26"/>
                  </a:lnTo>
                  <a:lnTo>
                    <a:pt x="238" y="34"/>
                  </a:lnTo>
                  <a:lnTo>
                    <a:pt x="250" y="42"/>
                  </a:lnTo>
                  <a:lnTo>
                    <a:pt x="259" y="54"/>
                  </a:lnTo>
                  <a:lnTo>
                    <a:pt x="267" y="65"/>
                  </a:lnTo>
                  <a:lnTo>
                    <a:pt x="272" y="77"/>
                  </a:lnTo>
                  <a:lnTo>
                    <a:pt x="281" y="88"/>
                  </a:lnTo>
                  <a:lnTo>
                    <a:pt x="284" y="103"/>
                  </a:lnTo>
                  <a:lnTo>
                    <a:pt x="287" y="117"/>
                  </a:lnTo>
                  <a:lnTo>
                    <a:pt x="290" y="131"/>
                  </a:lnTo>
                  <a:lnTo>
                    <a:pt x="293" y="145"/>
                  </a:lnTo>
                  <a:lnTo>
                    <a:pt x="281" y="145"/>
                  </a:lnTo>
                  <a:lnTo>
                    <a:pt x="281" y="131"/>
                  </a:lnTo>
                  <a:lnTo>
                    <a:pt x="281" y="117"/>
                  </a:lnTo>
                  <a:lnTo>
                    <a:pt x="275" y="106"/>
                  </a:lnTo>
                  <a:lnTo>
                    <a:pt x="272" y="91"/>
                  </a:lnTo>
                  <a:lnTo>
                    <a:pt x="267" y="80"/>
                  </a:lnTo>
                  <a:lnTo>
                    <a:pt x="262" y="68"/>
                  </a:lnTo>
                  <a:lnTo>
                    <a:pt x="253" y="60"/>
                  </a:lnTo>
                  <a:lnTo>
                    <a:pt x="244" y="48"/>
                  </a:lnTo>
                  <a:lnTo>
                    <a:pt x="232" y="39"/>
                  </a:lnTo>
                  <a:lnTo>
                    <a:pt x="223" y="32"/>
                  </a:lnTo>
                  <a:lnTo>
                    <a:pt x="212" y="26"/>
                  </a:lnTo>
                  <a:lnTo>
                    <a:pt x="200" y="20"/>
                  </a:lnTo>
                  <a:lnTo>
                    <a:pt x="185" y="17"/>
                  </a:lnTo>
                  <a:lnTo>
                    <a:pt x="174" y="12"/>
                  </a:lnTo>
                  <a:lnTo>
                    <a:pt x="160" y="12"/>
                  </a:lnTo>
                  <a:lnTo>
                    <a:pt x="145" y="9"/>
                  </a:lnTo>
                  <a:lnTo>
                    <a:pt x="130" y="12"/>
                  </a:lnTo>
                  <a:lnTo>
                    <a:pt x="119" y="12"/>
                  </a:lnTo>
                  <a:lnTo>
                    <a:pt x="104" y="17"/>
                  </a:lnTo>
                  <a:lnTo>
                    <a:pt x="93" y="20"/>
                  </a:lnTo>
                  <a:lnTo>
                    <a:pt x="81" y="26"/>
                  </a:lnTo>
                  <a:lnTo>
                    <a:pt x="70" y="32"/>
                  </a:lnTo>
                  <a:lnTo>
                    <a:pt x="58" y="39"/>
                  </a:lnTo>
                  <a:lnTo>
                    <a:pt x="49" y="48"/>
                  </a:lnTo>
                  <a:lnTo>
                    <a:pt x="40" y="60"/>
                  </a:lnTo>
                  <a:lnTo>
                    <a:pt x="31" y="68"/>
                  </a:lnTo>
                  <a:lnTo>
                    <a:pt x="25" y="80"/>
                  </a:lnTo>
                  <a:lnTo>
                    <a:pt x="20" y="91"/>
                  </a:lnTo>
                  <a:lnTo>
                    <a:pt x="15" y="106"/>
                  </a:lnTo>
                  <a:lnTo>
                    <a:pt x="12" y="117"/>
                  </a:lnTo>
                  <a:lnTo>
                    <a:pt x="9" y="131"/>
                  </a:lnTo>
                  <a:lnTo>
                    <a:pt x="9" y="145"/>
                  </a:lnTo>
                  <a:lnTo>
                    <a:pt x="0" y="145"/>
                  </a:lnTo>
                </a:path>
              </a:pathLst>
            </a:custGeom>
            <a:solidFill>
              <a:srgbClr val="FFD4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5"/>
            <p:cNvSpPr/>
            <p:nvPr/>
          </p:nvSpPr>
          <p:spPr>
            <a:xfrm>
              <a:off x="4785" y="3802"/>
              <a:ext cx="294" cy="143"/>
            </a:xfrm>
            <a:custGeom>
              <a:rect b="b" l="l" r="r" t="t"/>
              <a:pathLst>
                <a:path extrusionOk="0" h="143" w="294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29"/>
                  </a:lnTo>
                  <a:lnTo>
                    <a:pt x="6" y="43"/>
                  </a:lnTo>
                  <a:lnTo>
                    <a:pt x="12" y="55"/>
                  </a:lnTo>
                  <a:lnTo>
                    <a:pt x="18" y="68"/>
                  </a:lnTo>
                  <a:lnTo>
                    <a:pt x="23" y="80"/>
                  </a:lnTo>
                  <a:lnTo>
                    <a:pt x="31" y="91"/>
                  </a:lnTo>
                  <a:lnTo>
                    <a:pt x="43" y="100"/>
                  </a:lnTo>
                  <a:lnTo>
                    <a:pt x="52" y="111"/>
                  </a:lnTo>
                  <a:lnTo>
                    <a:pt x="64" y="120"/>
                  </a:lnTo>
                  <a:lnTo>
                    <a:pt x="75" y="126"/>
                  </a:lnTo>
                  <a:lnTo>
                    <a:pt x="90" y="131"/>
                  </a:lnTo>
                  <a:lnTo>
                    <a:pt x="101" y="137"/>
                  </a:lnTo>
                  <a:lnTo>
                    <a:pt x="116" y="140"/>
                  </a:lnTo>
                  <a:lnTo>
                    <a:pt x="130" y="142"/>
                  </a:lnTo>
                  <a:lnTo>
                    <a:pt x="145" y="142"/>
                  </a:lnTo>
                  <a:lnTo>
                    <a:pt x="160" y="142"/>
                  </a:lnTo>
                  <a:lnTo>
                    <a:pt x="174" y="140"/>
                  </a:lnTo>
                  <a:lnTo>
                    <a:pt x="188" y="137"/>
                  </a:lnTo>
                  <a:lnTo>
                    <a:pt x="203" y="131"/>
                  </a:lnTo>
                  <a:lnTo>
                    <a:pt x="215" y="126"/>
                  </a:lnTo>
                  <a:lnTo>
                    <a:pt x="226" y="120"/>
                  </a:lnTo>
                  <a:lnTo>
                    <a:pt x="238" y="111"/>
                  </a:lnTo>
                  <a:lnTo>
                    <a:pt x="250" y="100"/>
                  </a:lnTo>
                  <a:lnTo>
                    <a:pt x="259" y="91"/>
                  </a:lnTo>
                  <a:lnTo>
                    <a:pt x="267" y="80"/>
                  </a:lnTo>
                  <a:lnTo>
                    <a:pt x="272" y="68"/>
                  </a:lnTo>
                  <a:lnTo>
                    <a:pt x="281" y="55"/>
                  </a:lnTo>
                  <a:lnTo>
                    <a:pt x="284" y="43"/>
                  </a:lnTo>
                  <a:lnTo>
                    <a:pt x="287" y="29"/>
                  </a:lnTo>
                  <a:lnTo>
                    <a:pt x="290" y="14"/>
                  </a:lnTo>
                  <a:lnTo>
                    <a:pt x="293" y="0"/>
                  </a:lnTo>
                  <a:lnTo>
                    <a:pt x="281" y="0"/>
                  </a:lnTo>
                  <a:lnTo>
                    <a:pt x="281" y="14"/>
                  </a:lnTo>
                  <a:lnTo>
                    <a:pt x="281" y="26"/>
                  </a:lnTo>
                  <a:lnTo>
                    <a:pt x="275" y="40"/>
                  </a:lnTo>
                  <a:lnTo>
                    <a:pt x="272" y="52"/>
                  </a:lnTo>
                  <a:lnTo>
                    <a:pt x="267" y="62"/>
                  </a:lnTo>
                  <a:lnTo>
                    <a:pt x="262" y="74"/>
                  </a:lnTo>
                  <a:lnTo>
                    <a:pt x="253" y="85"/>
                  </a:lnTo>
                  <a:lnTo>
                    <a:pt x="244" y="94"/>
                  </a:lnTo>
                  <a:lnTo>
                    <a:pt x="232" y="103"/>
                  </a:lnTo>
                  <a:lnTo>
                    <a:pt x="223" y="111"/>
                  </a:lnTo>
                  <a:lnTo>
                    <a:pt x="212" y="117"/>
                  </a:lnTo>
                  <a:lnTo>
                    <a:pt x="200" y="123"/>
                  </a:lnTo>
                  <a:lnTo>
                    <a:pt x="185" y="129"/>
                  </a:lnTo>
                  <a:lnTo>
                    <a:pt x="174" y="131"/>
                  </a:lnTo>
                  <a:lnTo>
                    <a:pt x="160" y="134"/>
                  </a:lnTo>
                  <a:lnTo>
                    <a:pt x="145" y="134"/>
                  </a:lnTo>
                  <a:lnTo>
                    <a:pt x="130" y="134"/>
                  </a:lnTo>
                  <a:lnTo>
                    <a:pt x="119" y="131"/>
                  </a:lnTo>
                  <a:lnTo>
                    <a:pt x="104" y="129"/>
                  </a:lnTo>
                  <a:lnTo>
                    <a:pt x="93" y="123"/>
                  </a:lnTo>
                  <a:lnTo>
                    <a:pt x="81" y="117"/>
                  </a:lnTo>
                  <a:lnTo>
                    <a:pt x="70" y="111"/>
                  </a:lnTo>
                  <a:lnTo>
                    <a:pt x="58" y="103"/>
                  </a:lnTo>
                  <a:lnTo>
                    <a:pt x="49" y="94"/>
                  </a:lnTo>
                  <a:lnTo>
                    <a:pt x="40" y="85"/>
                  </a:lnTo>
                  <a:lnTo>
                    <a:pt x="31" y="74"/>
                  </a:lnTo>
                  <a:lnTo>
                    <a:pt x="25" y="62"/>
                  </a:lnTo>
                  <a:lnTo>
                    <a:pt x="20" y="52"/>
                  </a:lnTo>
                  <a:lnTo>
                    <a:pt x="15" y="40"/>
                  </a:lnTo>
                  <a:lnTo>
                    <a:pt x="12" y="26"/>
                  </a:lnTo>
                  <a:lnTo>
                    <a:pt x="9" y="14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44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4794" y="3660"/>
              <a:ext cx="273" cy="137"/>
            </a:xfrm>
            <a:custGeom>
              <a:rect b="b" l="l" r="r" t="t"/>
              <a:pathLst>
                <a:path extrusionOk="0" h="137" w="273">
                  <a:moveTo>
                    <a:pt x="0" y="136"/>
                  </a:moveTo>
                  <a:lnTo>
                    <a:pt x="0" y="122"/>
                  </a:lnTo>
                  <a:lnTo>
                    <a:pt x="3" y="108"/>
                  </a:lnTo>
                  <a:lnTo>
                    <a:pt x="6" y="97"/>
                  </a:lnTo>
                  <a:lnTo>
                    <a:pt x="11" y="82"/>
                  </a:lnTo>
                  <a:lnTo>
                    <a:pt x="17" y="71"/>
                  </a:lnTo>
                  <a:lnTo>
                    <a:pt x="23" y="59"/>
                  </a:lnTo>
                  <a:lnTo>
                    <a:pt x="31" y="51"/>
                  </a:lnTo>
                  <a:lnTo>
                    <a:pt x="40" y="39"/>
                  </a:lnTo>
                  <a:lnTo>
                    <a:pt x="49" y="31"/>
                  </a:lnTo>
                  <a:lnTo>
                    <a:pt x="61" y="23"/>
                  </a:lnTo>
                  <a:lnTo>
                    <a:pt x="72" y="17"/>
                  </a:lnTo>
                  <a:lnTo>
                    <a:pt x="84" y="11"/>
                  </a:lnTo>
                  <a:lnTo>
                    <a:pt x="95" y="9"/>
                  </a:lnTo>
                  <a:lnTo>
                    <a:pt x="110" y="3"/>
                  </a:lnTo>
                  <a:lnTo>
                    <a:pt x="121" y="3"/>
                  </a:lnTo>
                  <a:lnTo>
                    <a:pt x="136" y="0"/>
                  </a:lnTo>
                  <a:lnTo>
                    <a:pt x="151" y="3"/>
                  </a:lnTo>
                  <a:lnTo>
                    <a:pt x="165" y="3"/>
                  </a:lnTo>
                  <a:lnTo>
                    <a:pt x="176" y="9"/>
                  </a:lnTo>
                  <a:lnTo>
                    <a:pt x="191" y="11"/>
                  </a:lnTo>
                  <a:lnTo>
                    <a:pt x="203" y="17"/>
                  </a:lnTo>
                  <a:lnTo>
                    <a:pt x="214" y="23"/>
                  </a:lnTo>
                  <a:lnTo>
                    <a:pt x="223" y="31"/>
                  </a:lnTo>
                  <a:lnTo>
                    <a:pt x="235" y="39"/>
                  </a:lnTo>
                  <a:lnTo>
                    <a:pt x="244" y="51"/>
                  </a:lnTo>
                  <a:lnTo>
                    <a:pt x="252" y="59"/>
                  </a:lnTo>
                  <a:lnTo>
                    <a:pt x="257" y="71"/>
                  </a:lnTo>
                  <a:lnTo>
                    <a:pt x="263" y="82"/>
                  </a:lnTo>
                  <a:lnTo>
                    <a:pt x="266" y="97"/>
                  </a:lnTo>
                  <a:lnTo>
                    <a:pt x="272" y="108"/>
                  </a:lnTo>
                  <a:lnTo>
                    <a:pt x="272" y="122"/>
                  </a:lnTo>
                  <a:lnTo>
                    <a:pt x="272" y="136"/>
                  </a:lnTo>
                  <a:lnTo>
                    <a:pt x="263" y="136"/>
                  </a:lnTo>
                  <a:lnTo>
                    <a:pt x="263" y="122"/>
                  </a:lnTo>
                  <a:lnTo>
                    <a:pt x="260" y="110"/>
                  </a:lnTo>
                  <a:lnTo>
                    <a:pt x="257" y="100"/>
                  </a:lnTo>
                  <a:lnTo>
                    <a:pt x="255" y="88"/>
                  </a:lnTo>
                  <a:lnTo>
                    <a:pt x="249" y="77"/>
                  </a:lnTo>
                  <a:lnTo>
                    <a:pt x="244" y="65"/>
                  </a:lnTo>
                  <a:lnTo>
                    <a:pt x="235" y="57"/>
                  </a:lnTo>
                  <a:lnTo>
                    <a:pt x="226" y="48"/>
                  </a:lnTo>
                  <a:lnTo>
                    <a:pt x="217" y="39"/>
                  </a:lnTo>
                  <a:lnTo>
                    <a:pt x="208" y="31"/>
                  </a:lnTo>
                  <a:lnTo>
                    <a:pt x="197" y="25"/>
                  </a:lnTo>
                  <a:lnTo>
                    <a:pt x="185" y="20"/>
                  </a:lnTo>
                  <a:lnTo>
                    <a:pt x="174" y="17"/>
                  </a:lnTo>
                  <a:lnTo>
                    <a:pt x="162" y="11"/>
                  </a:lnTo>
                  <a:lnTo>
                    <a:pt x="151" y="11"/>
                  </a:lnTo>
                  <a:lnTo>
                    <a:pt x="136" y="11"/>
                  </a:lnTo>
                  <a:lnTo>
                    <a:pt x="124" y="11"/>
                  </a:lnTo>
                  <a:lnTo>
                    <a:pt x="110" y="11"/>
                  </a:lnTo>
                  <a:lnTo>
                    <a:pt x="98" y="17"/>
                  </a:lnTo>
                  <a:lnTo>
                    <a:pt x="87" y="20"/>
                  </a:lnTo>
                  <a:lnTo>
                    <a:pt x="75" y="25"/>
                  </a:lnTo>
                  <a:lnTo>
                    <a:pt x="67" y="31"/>
                  </a:lnTo>
                  <a:lnTo>
                    <a:pt x="55" y="39"/>
                  </a:lnTo>
                  <a:lnTo>
                    <a:pt x="46" y="48"/>
                  </a:lnTo>
                  <a:lnTo>
                    <a:pt x="37" y="57"/>
                  </a:lnTo>
                  <a:lnTo>
                    <a:pt x="31" y="65"/>
                  </a:lnTo>
                  <a:lnTo>
                    <a:pt x="23" y="77"/>
                  </a:lnTo>
                  <a:lnTo>
                    <a:pt x="20" y="88"/>
                  </a:lnTo>
                  <a:lnTo>
                    <a:pt x="14" y="100"/>
                  </a:lnTo>
                  <a:lnTo>
                    <a:pt x="11" y="110"/>
                  </a:lnTo>
                  <a:lnTo>
                    <a:pt x="9" y="122"/>
                  </a:lnTo>
                  <a:lnTo>
                    <a:pt x="9" y="136"/>
                  </a:lnTo>
                  <a:lnTo>
                    <a:pt x="0" y="136"/>
                  </a:lnTo>
                </a:path>
              </a:pathLst>
            </a:custGeom>
            <a:solidFill>
              <a:srgbClr val="FFD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4794" y="3802"/>
              <a:ext cx="273" cy="135"/>
            </a:xfrm>
            <a:custGeom>
              <a:rect b="b" l="l" r="r" t="t"/>
              <a:pathLst>
                <a:path extrusionOk="0" h="135" w="273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3" y="26"/>
                  </a:lnTo>
                  <a:lnTo>
                    <a:pt x="6" y="40"/>
                  </a:lnTo>
                  <a:lnTo>
                    <a:pt x="11" y="52"/>
                  </a:lnTo>
                  <a:lnTo>
                    <a:pt x="17" y="62"/>
                  </a:lnTo>
                  <a:lnTo>
                    <a:pt x="23" y="74"/>
                  </a:lnTo>
                  <a:lnTo>
                    <a:pt x="31" y="85"/>
                  </a:lnTo>
                  <a:lnTo>
                    <a:pt x="40" y="94"/>
                  </a:lnTo>
                  <a:lnTo>
                    <a:pt x="49" y="102"/>
                  </a:lnTo>
                  <a:lnTo>
                    <a:pt x="61" y="111"/>
                  </a:lnTo>
                  <a:lnTo>
                    <a:pt x="72" y="117"/>
                  </a:lnTo>
                  <a:lnTo>
                    <a:pt x="84" y="123"/>
                  </a:lnTo>
                  <a:lnTo>
                    <a:pt x="95" y="128"/>
                  </a:lnTo>
                  <a:lnTo>
                    <a:pt x="110" y="131"/>
                  </a:lnTo>
                  <a:lnTo>
                    <a:pt x="121" y="134"/>
                  </a:lnTo>
                  <a:lnTo>
                    <a:pt x="136" y="134"/>
                  </a:lnTo>
                  <a:lnTo>
                    <a:pt x="151" y="134"/>
                  </a:lnTo>
                  <a:lnTo>
                    <a:pt x="165" y="131"/>
                  </a:lnTo>
                  <a:lnTo>
                    <a:pt x="176" y="128"/>
                  </a:lnTo>
                  <a:lnTo>
                    <a:pt x="191" y="123"/>
                  </a:lnTo>
                  <a:lnTo>
                    <a:pt x="203" y="117"/>
                  </a:lnTo>
                  <a:lnTo>
                    <a:pt x="214" y="111"/>
                  </a:lnTo>
                  <a:lnTo>
                    <a:pt x="223" y="102"/>
                  </a:lnTo>
                  <a:lnTo>
                    <a:pt x="235" y="94"/>
                  </a:lnTo>
                  <a:lnTo>
                    <a:pt x="244" y="85"/>
                  </a:lnTo>
                  <a:lnTo>
                    <a:pt x="252" y="74"/>
                  </a:lnTo>
                  <a:lnTo>
                    <a:pt x="257" y="62"/>
                  </a:lnTo>
                  <a:lnTo>
                    <a:pt x="263" y="52"/>
                  </a:lnTo>
                  <a:lnTo>
                    <a:pt x="266" y="40"/>
                  </a:lnTo>
                  <a:lnTo>
                    <a:pt x="272" y="26"/>
                  </a:lnTo>
                  <a:lnTo>
                    <a:pt x="272" y="14"/>
                  </a:lnTo>
                  <a:lnTo>
                    <a:pt x="272" y="0"/>
                  </a:lnTo>
                  <a:lnTo>
                    <a:pt x="263" y="0"/>
                  </a:lnTo>
                  <a:lnTo>
                    <a:pt x="263" y="11"/>
                  </a:lnTo>
                  <a:lnTo>
                    <a:pt x="260" y="26"/>
                  </a:lnTo>
                  <a:lnTo>
                    <a:pt x="257" y="37"/>
                  </a:lnTo>
                  <a:lnTo>
                    <a:pt x="255" y="49"/>
                  </a:lnTo>
                  <a:lnTo>
                    <a:pt x="249" y="59"/>
                  </a:lnTo>
                  <a:lnTo>
                    <a:pt x="244" y="68"/>
                  </a:lnTo>
                  <a:lnTo>
                    <a:pt x="235" y="79"/>
                  </a:lnTo>
                  <a:lnTo>
                    <a:pt x="226" y="88"/>
                  </a:lnTo>
                  <a:lnTo>
                    <a:pt x="217" y="97"/>
                  </a:lnTo>
                  <a:lnTo>
                    <a:pt x="208" y="102"/>
                  </a:lnTo>
                  <a:lnTo>
                    <a:pt x="197" y="111"/>
                  </a:lnTo>
                  <a:lnTo>
                    <a:pt x="185" y="114"/>
                  </a:lnTo>
                  <a:lnTo>
                    <a:pt x="174" y="120"/>
                  </a:lnTo>
                  <a:lnTo>
                    <a:pt x="162" y="123"/>
                  </a:lnTo>
                  <a:lnTo>
                    <a:pt x="151" y="125"/>
                  </a:lnTo>
                  <a:lnTo>
                    <a:pt x="136" y="125"/>
                  </a:lnTo>
                  <a:lnTo>
                    <a:pt x="124" y="125"/>
                  </a:lnTo>
                  <a:lnTo>
                    <a:pt x="110" y="123"/>
                  </a:lnTo>
                  <a:lnTo>
                    <a:pt x="98" y="120"/>
                  </a:lnTo>
                  <a:lnTo>
                    <a:pt x="87" y="114"/>
                  </a:lnTo>
                  <a:lnTo>
                    <a:pt x="75" y="111"/>
                  </a:lnTo>
                  <a:lnTo>
                    <a:pt x="67" y="102"/>
                  </a:lnTo>
                  <a:lnTo>
                    <a:pt x="55" y="97"/>
                  </a:lnTo>
                  <a:lnTo>
                    <a:pt x="46" y="88"/>
                  </a:lnTo>
                  <a:lnTo>
                    <a:pt x="37" y="79"/>
                  </a:lnTo>
                  <a:lnTo>
                    <a:pt x="31" y="68"/>
                  </a:lnTo>
                  <a:lnTo>
                    <a:pt x="23" y="59"/>
                  </a:lnTo>
                  <a:lnTo>
                    <a:pt x="20" y="49"/>
                  </a:lnTo>
                  <a:lnTo>
                    <a:pt x="14" y="37"/>
                  </a:lnTo>
                  <a:lnTo>
                    <a:pt x="11" y="26"/>
                  </a:lnTo>
                  <a:lnTo>
                    <a:pt x="9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6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5"/>
            <p:cNvSpPr/>
            <p:nvPr/>
          </p:nvSpPr>
          <p:spPr>
            <a:xfrm>
              <a:off x="4803" y="3672"/>
              <a:ext cx="255" cy="125"/>
            </a:xfrm>
            <a:custGeom>
              <a:rect b="b" l="l" r="r" t="t"/>
              <a:pathLst>
                <a:path extrusionOk="0" h="125" w="255">
                  <a:moveTo>
                    <a:pt x="0" y="124"/>
                  </a:moveTo>
                  <a:lnTo>
                    <a:pt x="0" y="110"/>
                  </a:lnTo>
                  <a:lnTo>
                    <a:pt x="2" y="98"/>
                  </a:lnTo>
                  <a:lnTo>
                    <a:pt x="5" y="88"/>
                  </a:lnTo>
                  <a:lnTo>
                    <a:pt x="11" y="76"/>
                  </a:lnTo>
                  <a:lnTo>
                    <a:pt x="14" y="65"/>
                  </a:lnTo>
                  <a:lnTo>
                    <a:pt x="22" y="53"/>
                  </a:lnTo>
                  <a:lnTo>
                    <a:pt x="28" y="45"/>
                  </a:lnTo>
                  <a:lnTo>
                    <a:pt x="37" y="36"/>
                  </a:lnTo>
                  <a:lnTo>
                    <a:pt x="46" y="28"/>
                  </a:lnTo>
                  <a:lnTo>
                    <a:pt x="58" y="19"/>
                  </a:lnTo>
                  <a:lnTo>
                    <a:pt x="66" y="13"/>
                  </a:lnTo>
                  <a:lnTo>
                    <a:pt x="78" y="9"/>
                  </a:lnTo>
                  <a:lnTo>
                    <a:pt x="89" y="6"/>
                  </a:lnTo>
                  <a:lnTo>
                    <a:pt x="101" y="0"/>
                  </a:lnTo>
                  <a:lnTo>
                    <a:pt x="115" y="0"/>
                  </a:lnTo>
                  <a:lnTo>
                    <a:pt x="127" y="0"/>
                  </a:lnTo>
                  <a:lnTo>
                    <a:pt x="142" y="0"/>
                  </a:lnTo>
                  <a:lnTo>
                    <a:pt x="153" y="0"/>
                  </a:lnTo>
                  <a:lnTo>
                    <a:pt x="165" y="6"/>
                  </a:lnTo>
                  <a:lnTo>
                    <a:pt x="176" y="9"/>
                  </a:lnTo>
                  <a:lnTo>
                    <a:pt x="188" y="13"/>
                  </a:lnTo>
                  <a:lnTo>
                    <a:pt x="199" y="19"/>
                  </a:lnTo>
                  <a:lnTo>
                    <a:pt x="208" y="28"/>
                  </a:lnTo>
                  <a:lnTo>
                    <a:pt x="217" y="36"/>
                  </a:lnTo>
                  <a:lnTo>
                    <a:pt x="226" y="45"/>
                  </a:lnTo>
                  <a:lnTo>
                    <a:pt x="234" y="53"/>
                  </a:lnTo>
                  <a:lnTo>
                    <a:pt x="240" y="65"/>
                  </a:lnTo>
                  <a:lnTo>
                    <a:pt x="246" y="76"/>
                  </a:lnTo>
                  <a:lnTo>
                    <a:pt x="248" y="88"/>
                  </a:lnTo>
                  <a:lnTo>
                    <a:pt x="251" y="98"/>
                  </a:lnTo>
                  <a:lnTo>
                    <a:pt x="254" y="110"/>
                  </a:lnTo>
                  <a:lnTo>
                    <a:pt x="254" y="124"/>
                  </a:lnTo>
                  <a:lnTo>
                    <a:pt x="246" y="124"/>
                  </a:lnTo>
                  <a:lnTo>
                    <a:pt x="246" y="113"/>
                  </a:lnTo>
                  <a:lnTo>
                    <a:pt x="243" y="98"/>
                  </a:lnTo>
                  <a:lnTo>
                    <a:pt x="240" y="91"/>
                  </a:lnTo>
                  <a:lnTo>
                    <a:pt x="237" y="79"/>
                  </a:lnTo>
                  <a:lnTo>
                    <a:pt x="232" y="68"/>
                  </a:lnTo>
                  <a:lnTo>
                    <a:pt x="226" y="59"/>
                  </a:lnTo>
                  <a:lnTo>
                    <a:pt x="220" y="51"/>
                  </a:lnTo>
                  <a:lnTo>
                    <a:pt x="211" y="42"/>
                  </a:lnTo>
                  <a:lnTo>
                    <a:pt x="202" y="33"/>
                  </a:lnTo>
                  <a:lnTo>
                    <a:pt x="193" y="28"/>
                  </a:lnTo>
                  <a:lnTo>
                    <a:pt x="185" y="22"/>
                  </a:lnTo>
                  <a:lnTo>
                    <a:pt x="173" y="16"/>
                  </a:lnTo>
                  <a:lnTo>
                    <a:pt x="162" y="13"/>
                  </a:lnTo>
                  <a:lnTo>
                    <a:pt x="153" y="11"/>
                  </a:lnTo>
                  <a:lnTo>
                    <a:pt x="139" y="9"/>
                  </a:lnTo>
                  <a:lnTo>
                    <a:pt x="127" y="9"/>
                  </a:lnTo>
                  <a:lnTo>
                    <a:pt x="115" y="9"/>
                  </a:lnTo>
                  <a:lnTo>
                    <a:pt x="104" y="11"/>
                  </a:lnTo>
                  <a:lnTo>
                    <a:pt x="92" y="13"/>
                  </a:lnTo>
                  <a:lnTo>
                    <a:pt x="81" y="16"/>
                  </a:lnTo>
                  <a:lnTo>
                    <a:pt x="72" y="22"/>
                  </a:lnTo>
                  <a:lnTo>
                    <a:pt x="61" y="28"/>
                  </a:lnTo>
                  <a:lnTo>
                    <a:pt x="52" y="33"/>
                  </a:lnTo>
                  <a:lnTo>
                    <a:pt x="43" y="42"/>
                  </a:lnTo>
                  <a:lnTo>
                    <a:pt x="37" y="51"/>
                  </a:lnTo>
                  <a:lnTo>
                    <a:pt x="28" y="59"/>
                  </a:lnTo>
                  <a:lnTo>
                    <a:pt x="22" y="68"/>
                  </a:lnTo>
                  <a:lnTo>
                    <a:pt x="17" y="79"/>
                  </a:lnTo>
                  <a:lnTo>
                    <a:pt x="14" y="91"/>
                  </a:lnTo>
                  <a:lnTo>
                    <a:pt x="11" y="98"/>
                  </a:lnTo>
                  <a:lnTo>
                    <a:pt x="8" y="113"/>
                  </a:lnTo>
                  <a:lnTo>
                    <a:pt x="8" y="124"/>
                  </a:lnTo>
                  <a:lnTo>
                    <a:pt x="0" y="124"/>
                  </a:lnTo>
                </a:path>
              </a:pathLst>
            </a:custGeom>
            <a:solidFill>
              <a:srgbClr val="FFD94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5"/>
            <p:cNvSpPr/>
            <p:nvPr/>
          </p:nvSpPr>
          <p:spPr>
            <a:xfrm>
              <a:off x="4803" y="3802"/>
              <a:ext cx="255" cy="126"/>
            </a:xfrm>
            <a:custGeom>
              <a:rect b="b" l="l" r="r" t="t"/>
              <a:pathLst>
                <a:path extrusionOk="0" h="126" w="255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2" y="26"/>
                  </a:lnTo>
                  <a:lnTo>
                    <a:pt x="5" y="37"/>
                  </a:lnTo>
                  <a:lnTo>
                    <a:pt x="11" y="49"/>
                  </a:lnTo>
                  <a:lnTo>
                    <a:pt x="14" y="59"/>
                  </a:lnTo>
                  <a:lnTo>
                    <a:pt x="22" y="68"/>
                  </a:lnTo>
                  <a:lnTo>
                    <a:pt x="28" y="79"/>
                  </a:lnTo>
                  <a:lnTo>
                    <a:pt x="37" y="88"/>
                  </a:lnTo>
                  <a:lnTo>
                    <a:pt x="46" y="96"/>
                  </a:lnTo>
                  <a:lnTo>
                    <a:pt x="58" y="102"/>
                  </a:lnTo>
                  <a:lnTo>
                    <a:pt x="66" y="111"/>
                  </a:lnTo>
                  <a:lnTo>
                    <a:pt x="78" y="114"/>
                  </a:lnTo>
                  <a:lnTo>
                    <a:pt x="89" y="119"/>
                  </a:lnTo>
                  <a:lnTo>
                    <a:pt x="101" y="122"/>
                  </a:lnTo>
                  <a:lnTo>
                    <a:pt x="115" y="125"/>
                  </a:lnTo>
                  <a:lnTo>
                    <a:pt x="127" y="125"/>
                  </a:lnTo>
                  <a:lnTo>
                    <a:pt x="142" y="125"/>
                  </a:lnTo>
                  <a:lnTo>
                    <a:pt x="153" y="122"/>
                  </a:lnTo>
                  <a:lnTo>
                    <a:pt x="165" y="119"/>
                  </a:lnTo>
                  <a:lnTo>
                    <a:pt x="176" y="114"/>
                  </a:lnTo>
                  <a:lnTo>
                    <a:pt x="188" y="111"/>
                  </a:lnTo>
                  <a:lnTo>
                    <a:pt x="199" y="102"/>
                  </a:lnTo>
                  <a:lnTo>
                    <a:pt x="208" y="96"/>
                  </a:lnTo>
                  <a:lnTo>
                    <a:pt x="217" y="88"/>
                  </a:lnTo>
                  <a:lnTo>
                    <a:pt x="226" y="79"/>
                  </a:lnTo>
                  <a:lnTo>
                    <a:pt x="234" y="68"/>
                  </a:lnTo>
                  <a:lnTo>
                    <a:pt x="240" y="59"/>
                  </a:lnTo>
                  <a:lnTo>
                    <a:pt x="246" y="49"/>
                  </a:lnTo>
                  <a:lnTo>
                    <a:pt x="248" y="37"/>
                  </a:lnTo>
                  <a:lnTo>
                    <a:pt x="251" y="26"/>
                  </a:lnTo>
                  <a:lnTo>
                    <a:pt x="254" y="11"/>
                  </a:lnTo>
                  <a:lnTo>
                    <a:pt x="254" y="0"/>
                  </a:lnTo>
                  <a:lnTo>
                    <a:pt x="246" y="0"/>
                  </a:lnTo>
                  <a:lnTo>
                    <a:pt x="246" y="11"/>
                  </a:lnTo>
                  <a:lnTo>
                    <a:pt x="243" y="23"/>
                  </a:lnTo>
                  <a:lnTo>
                    <a:pt x="240" y="34"/>
                  </a:lnTo>
                  <a:lnTo>
                    <a:pt x="237" y="46"/>
                  </a:lnTo>
                  <a:lnTo>
                    <a:pt x="232" y="54"/>
                  </a:lnTo>
                  <a:lnTo>
                    <a:pt x="226" y="65"/>
                  </a:lnTo>
                  <a:lnTo>
                    <a:pt x="220" y="73"/>
                  </a:lnTo>
                  <a:lnTo>
                    <a:pt x="211" y="82"/>
                  </a:lnTo>
                  <a:lnTo>
                    <a:pt x="202" y="88"/>
                  </a:lnTo>
                  <a:lnTo>
                    <a:pt x="193" y="96"/>
                  </a:lnTo>
                  <a:lnTo>
                    <a:pt x="185" y="102"/>
                  </a:lnTo>
                  <a:lnTo>
                    <a:pt x="173" y="108"/>
                  </a:lnTo>
                  <a:lnTo>
                    <a:pt x="162" y="111"/>
                  </a:lnTo>
                  <a:lnTo>
                    <a:pt x="153" y="114"/>
                  </a:lnTo>
                  <a:lnTo>
                    <a:pt x="139" y="116"/>
                  </a:lnTo>
                  <a:lnTo>
                    <a:pt x="127" y="116"/>
                  </a:lnTo>
                  <a:lnTo>
                    <a:pt x="115" y="116"/>
                  </a:lnTo>
                  <a:lnTo>
                    <a:pt x="104" y="114"/>
                  </a:lnTo>
                  <a:lnTo>
                    <a:pt x="92" y="111"/>
                  </a:lnTo>
                  <a:lnTo>
                    <a:pt x="81" y="108"/>
                  </a:lnTo>
                  <a:lnTo>
                    <a:pt x="72" y="102"/>
                  </a:lnTo>
                  <a:lnTo>
                    <a:pt x="61" y="96"/>
                  </a:lnTo>
                  <a:lnTo>
                    <a:pt x="52" y="88"/>
                  </a:lnTo>
                  <a:lnTo>
                    <a:pt x="43" y="82"/>
                  </a:lnTo>
                  <a:lnTo>
                    <a:pt x="37" y="73"/>
                  </a:lnTo>
                  <a:lnTo>
                    <a:pt x="28" y="65"/>
                  </a:lnTo>
                  <a:lnTo>
                    <a:pt x="22" y="54"/>
                  </a:lnTo>
                  <a:lnTo>
                    <a:pt x="17" y="46"/>
                  </a:lnTo>
                  <a:lnTo>
                    <a:pt x="14" y="34"/>
                  </a:lnTo>
                  <a:lnTo>
                    <a:pt x="11" y="23"/>
                  </a:lnTo>
                  <a:lnTo>
                    <a:pt x="8" y="11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D94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5"/>
            <p:cNvSpPr/>
            <p:nvPr/>
          </p:nvSpPr>
          <p:spPr>
            <a:xfrm>
              <a:off x="4811" y="3681"/>
              <a:ext cx="239" cy="116"/>
            </a:xfrm>
            <a:custGeom>
              <a:rect b="b" l="l" r="r" t="t"/>
              <a:pathLst>
                <a:path extrusionOk="0" h="116" w="239">
                  <a:moveTo>
                    <a:pt x="0" y="115"/>
                  </a:moveTo>
                  <a:lnTo>
                    <a:pt x="0" y="104"/>
                  </a:lnTo>
                  <a:lnTo>
                    <a:pt x="3" y="89"/>
                  </a:lnTo>
                  <a:lnTo>
                    <a:pt x="6" y="82"/>
                  </a:lnTo>
                  <a:lnTo>
                    <a:pt x="9" y="70"/>
                  </a:lnTo>
                  <a:lnTo>
                    <a:pt x="15" y="59"/>
                  </a:lnTo>
                  <a:lnTo>
                    <a:pt x="20" y="50"/>
                  </a:lnTo>
                  <a:lnTo>
                    <a:pt x="29" y="42"/>
                  </a:lnTo>
                  <a:lnTo>
                    <a:pt x="35" y="33"/>
                  </a:lnTo>
                  <a:lnTo>
                    <a:pt x="44" y="25"/>
                  </a:lnTo>
                  <a:lnTo>
                    <a:pt x="53" y="19"/>
                  </a:lnTo>
                  <a:lnTo>
                    <a:pt x="64" y="13"/>
                  </a:lnTo>
                  <a:lnTo>
                    <a:pt x="73" y="8"/>
                  </a:lnTo>
                  <a:lnTo>
                    <a:pt x="84" y="5"/>
                  </a:lnTo>
                  <a:lnTo>
                    <a:pt x="96" y="3"/>
                  </a:lnTo>
                  <a:lnTo>
                    <a:pt x="107" y="0"/>
                  </a:lnTo>
                  <a:lnTo>
                    <a:pt x="119" y="0"/>
                  </a:lnTo>
                  <a:lnTo>
                    <a:pt x="131" y="0"/>
                  </a:lnTo>
                  <a:lnTo>
                    <a:pt x="145" y="3"/>
                  </a:lnTo>
                  <a:lnTo>
                    <a:pt x="154" y="5"/>
                  </a:lnTo>
                  <a:lnTo>
                    <a:pt x="165" y="8"/>
                  </a:lnTo>
                  <a:lnTo>
                    <a:pt x="177" y="13"/>
                  </a:lnTo>
                  <a:lnTo>
                    <a:pt x="185" y="19"/>
                  </a:lnTo>
                  <a:lnTo>
                    <a:pt x="194" y="25"/>
                  </a:lnTo>
                  <a:lnTo>
                    <a:pt x="203" y="33"/>
                  </a:lnTo>
                  <a:lnTo>
                    <a:pt x="212" y="42"/>
                  </a:lnTo>
                  <a:lnTo>
                    <a:pt x="218" y="50"/>
                  </a:lnTo>
                  <a:lnTo>
                    <a:pt x="223" y="59"/>
                  </a:lnTo>
                  <a:lnTo>
                    <a:pt x="229" y="70"/>
                  </a:lnTo>
                  <a:lnTo>
                    <a:pt x="232" y="82"/>
                  </a:lnTo>
                  <a:lnTo>
                    <a:pt x="235" y="89"/>
                  </a:lnTo>
                  <a:lnTo>
                    <a:pt x="238" y="104"/>
                  </a:lnTo>
                  <a:lnTo>
                    <a:pt x="238" y="115"/>
                  </a:lnTo>
                  <a:lnTo>
                    <a:pt x="229" y="115"/>
                  </a:lnTo>
                  <a:lnTo>
                    <a:pt x="229" y="104"/>
                  </a:lnTo>
                  <a:lnTo>
                    <a:pt x="226" y="92"/>
                  </a:lnTo>
                  <a:lnTo>
                    <a:pt x="223" y="82"/>
                  </a:lnTo>
                  <a:lnTo>
                    <a:pt x="220" y="73"/>
                  </a:lnTo>
                  <a:lnTo>
                    <a:pt x="218" y="65"/>
                  </a:lnTo>
                  <a:lnTo>
                    <a:pt x="212" y="56"/>
                  </a:lnTo>
                  <a:lnTo>
                    <a:pt x="203" y="48"/>
                  </a:lnTo>
                  <a:lnTo>
                    <a:pt x="197" y="39"/>
                  </a:lnTo>
                  <a:lnTo>
                    <a:pt x="188" y="30"/>
                  </a:lnTo>
                  <a:lnTo>
                    <a:pt x="179" y="25"/>
                  </a:lnTo>
                  <a:lnTo>
                    <a:pt x="171" y="19"/>
                  </a:lnTo>
                  <a:lnTo>
                    <a:pt x="162" y="16"/>
                  </a:lnTo>
                  <a:lnTo>
                    <a:pt x="154" y="13"/>
                  </a:lnTo>
                  <a:lnTo>
                    <a:pt x="142" y="10"/>
                  </a:lnTo>
                  <a:lnTo>
                    <a:pt x="131" y="8"/>
                  </a:lnTo>
                  <a:lnTo>
                    <a:pt x="119" y="8"/>
                  </a:lnTo>
                  <a:lnTo>
                    <a:pt x="107" y="8"/>
                  </a:lnTo>
                  <a:lnTo>
                    <a:pt x="99" y="10"/>
                  </a:lnTo>
                  <a:lnTo>
                    <a:pt x="87" y="13"/>
                  </a:lnTo>
                  <a:lnTo>
                    <a:pt x="75" y="16"/>
                  </a:lnTo>
                  <a:lnTo>
                    <a:pt x="67" y="19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4" y="39"/>
                  </a:lnTo>
                  <a:lnTo>
                    <a:pt x="35" y="48"/>
                  </a:lnTo>
                  <a:lnTo>
                    <a:pt x="29" y="56"/>
                  </a:lnTo>
                  <a:lnTo>
                    <a:pt x="23" y="65"/>
                  </a:lnTo>
                  <a:lnTo>
                    <a:pt x="18" y="73"/>
                  </a:lnTo>
                  <a:lnTo>
                    <a:pt x="15" y="82"/>
                  </a:lnTo>
                  <a:lnTo>
                    <a:pt x="12" y="92"/>
                  </a:lnTo>
                  <a:lnTo>
                    <a:pt x="12" y="104"/>
                  </a:lnTo>
                  <a:lnTo>
                    <a:pt x="9" y="115"/>
                  </a:lnTo>
                  <a:lnTo>
                    <a:pt x="0" y="115"/>
                  </a:lnTo>
                </a:path>
              </a:pathLst>
            </a:custGeom>
            <a:solidFill>
              <a:srgbClr val="FFDE4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5"/>
            <p:cNvSpPr/>
            <p:nvPr/>
          </p:nvSpPr>
          <p:spPr>
            <a:xfrm>
              <a:off x="4811" y="3802"/>
              <a:ext cx="239" cy="117"/>
            </a:xfrm>
            <a:custGeom>
              <a:rect b="b" l="l" r="r" t="t"/>
              <a:pathLst>
                <a:path extrusionOk="0" h="117" w="239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3" y="23"/>
                  </a:lnTo>
                  <a:lnTo>
                    <a:pt x="6" y="34"/>
                  </a:lnTo>
                  <a:lnTo>
                    <a:pt x="9" y="46"/>
                  </a:lnTo>
                  <a:lnTo>
                    <a:pt x="15" y="54"/>
                  </a:lnTo>
                  <a:lnTo>
                    <a:pt x="20" y="65"/>
                  </a:lnTo>
                  <a:lnTo>
                    <a:pt x="29" y="73"/>
                  </a:lnTo>
                  <a:lnTo>
                    <a:pt x="35" y="82"/>
                  </a:lnTo>
                  <a:lnTo>
                    <a:pt x="44" y="87"/>
                  </a:lnTo>
                  <a:lnTo>
                    <a:pt x="53" y="96"/>
                  </a:lnTo>
                  <a:lnTo>
                    <a:pt x="64" y="102"/>
                  </a:lnTo>
                  <a:lnTo>
                    <a:pt x="73" y="107"/>
                  </a:lnTo>
                  <a:lnTo>
                    <a:pt x="84" y="110"/>
                  </a:lnTo>
                  <a:lnTo>
                    <a:pt x="96" y="113"/>
                  </a:lnTo>
                  <a:lnTo>
                    <a:pt x="107" y="116"/>
                  </a:lnTo>
                  <a:lnTo>
                    <a:pt x="119" y="116"/>
                  </a:lnTo>
                  <a:lnTo>
                    <a:pt x="131" y="116"/>
                  </a:lnTo>
                  <a:lnTo>
                    <a:pt x="145" y="113"/>
                  </a:lnTo>
                  <a:lnTo>
                    <a:pt x="154" y="110"/>
                  </a:lnTo>
                  <a:lnTo>
                    <a:pt x="165" y="107"/>
                  </a:lnTo>
                  <a:lnTo>
                    <a:pt x="177" y="102"/>
                  </a:lnTo>
                  <a:lnTo>
                    <a:pt x="185" y="96"/>
                  </a:lnTo>
                  <a:lnTo>
                    <a:pt x="194" y="87"/>
                  </a:lnTo>
                  <a:lnTo>
                    <a:pt x="203" y="82"/>
                  </a:lnTo>
                  <a:lnTo>
                    <a:pt x="212" y="73"/>
                  </a:lnTo>
                  <a:lnTo>
                    <a:pt x="218" y="65"/>
                  </a:lnTo>
                  <a:lnTo>
                    <a:pt x="223" y="54"/>
                  </a:lnTo>
                  <a:lnTo>
                    <a:pt x="229" y="46"/>
                  </a:lnTo>
                  <a:lnTo>
                    <a:pt x="232" y="34"/>
                  </a:lnTo>
                  <a:lnTo>
                    <a:pt x="235" y="23"/>
                  </a:lnTo>
                  <a:lnTo>
                    <a:pt x="238" y="11"/>
                  </a:lnTo>
                  <a:lnTo>
                    <a:pt x="238" y="0"/>
                  </a:lnTo>
                  <a:lnTo>
                    <a:pt x="229" y="0"/>
                  </a:lnTo>
                  <a:lnTo>
                    <a:pt x="229" y="11"/>
                  </a:lnTo>
                  <a:lnTo>
                    <a:pt x="226" y="20"/>
                  </a:lnTo>
                  <a:lnTo>
                    <a:pt x="223" y="31"/>
                  </a:lnTo>
                  <a:lnTo>
                    <a:pt x="220" y="43"/>
                  </a:lnTo>
                  <a:lnTo>
                    <a:pt x="218" y="51"/>
                  </a:lnTo>
                  <a:lnTo>
                    <a:pt x="212" y="59"/>
                  </a:lnTo>
                  <a:lnTo>
                    <a:pt x="203" y="68"/>
                  </a:lnTo>
                  <a:lnTo>
                    <a:pt x="197" y="76"/>
                  </a:lnTo>
                  <a:lnTo>
                    <a:pt x="188" y="82"/>
                  </a:lnTo>
                  <a:lnTo>
                    <a:pt x="179" y="87"/>
                  </a:lnTo>
                  <a:lnTo>
                    <a:pt x="171" y="93"/>
                  </a:lnTo>
                  <a:lnTo>
                    <a:pt x="162" y="99"/>
                  </a:lnTo>
                  <a:lnTo>
                    <a:pt x="154" y="102"/>
                  </a:lnTo>
                  <a:lnTo>
                    <a:pt x="142" y="105"/>
                  </a:lnTo>
                  <a:lnTo>
                    <a:pt x="131" y="105"/>
                  </a:lnTo>
                  <a:lnTo>
                    <a:pt x="119" y="107"/>
                  </a:lnTo>
                  <a:lnTo>
                    <a:pt x="107" y="105"/>
                  </a:lnTo>
                  <a:lnTo>
                    <a:pt x="99" y="105"/>
                  </a:lnTo>
                  <a:lnTo>
                    <a:pt x="87" y="102"/>
                  </a:lnTo>
                  <a:lnTo>
                    <a:pt x="75" y="99"/>
                  </a:lnTo>
                  <a:lnTo>
                    <a:pt x="67" y="93"/>
                  </a:lnTo>
                  <a:lnTo>
                    <a:pt x="59" y="87"/>
                  </a:lnTo>
                  <a:lnTo>
                    <a:pt x="50" y="82"/>
                  </a:lnTo>
                  <a:lnTo>
                    <a:pt x="44" y="76"/>
                  </a:lnTo>
                  <a:lnTo>
                    <a:pt x="35" y="68"/>
                  </a:lnTo>
                  <a:lnTo>
                    <a:pt x="29" y="59"/>
                  </a:lnTo>
                  <a:lnTo>
                    <a:pt x="23" y="51"/>
                  </a:lnTo>
                  <a:lnTo>
                    <a:pt x="18" y="43"/>
                  </a:lnTo>
                  <a:lnTo>
                    <a:pt x="15" y="31"/>
                  </a:lnTo>
                  <a:lnTo>
                    <a:pt x="12" y="20"/>
                  </a:lnTo>
                  <a:lnTo>
                    <a:pt x="12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DE4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5"/>
            <p:cNvSpPr/>
            <p:nvPr/>
          </p:nvSpPr>
          <p:spPr>
            <a:xfrm>
              <a:off x="4820" y="3689"/>
              <a:ext cx="221" cy="108"/>
            </a:xfrm>
            <a:custGeom>
              <a:rect b="b" l="l" r="r" t="t"/>
              <a:pathLst>
                <a:path extrusionOk="0" h="108" w="221">
                  <a:moveTo>
                    <a:pt x="0" y="107"/>
                  </a:moveTo>
                  <a:lnTo>
                    <a:pt x="3" y="96"/>
                  </a:lnTo>
                  <a:lnTo>
                    <a:pt x="3" y="84"/>
                  </a:lnTo>
                  <a:lnTo>
                    <a:pt x="6" y="74"/>
                  </a:lnTo>
                  <a:lnTo>
                    <a:pt x="9" y="65"/>
                  </a:lnTo>
                  <a:lnTo>
                    <a:pt x="15" y="57"/>
                  </a:lnTo>
                  <a:lnTo>
                    <a:pt x="20" y="48"/>
                  </a:lnTo>
                  <a:lnTo>
                    <a:pt x="26" y="40"/>
                  </a:lnTo>
                  <a:lnTo>
                    <a:pt x="35" y="31"/>
                  </a:lnTo>
                  <a:lnTo>
                    <a:pt x="41" y="23"/>
                  </a:lnTo>
                  <a:lnTo>
                    <a:pt x="50" y="17"/>
                  </a:lnTo>
                  <a:lnTo>
                    <a:pt x="58" y="11"/>
                  </a:lnTo>
                  <a:lnTo>
                    <a:pt x="66" y="9"/>
                  </a:lnTo>
                  <a:lnTo>
                    <a:pt x="78" y="6"/>
                  </a:lnTo>
                  <a:lnTo>
                    <a:pt x="90" y="3"/>
                  </a:lnTo>
                  <a:lnTo>
                    <a:pt x="98" y="0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33" y="3"/>
                  </a:lnTo>
                  <a:lnTo>
                    <a:pt x="145" y="6"/>
                  </a:lnTo>
                  <a:lnTo>
                    <a:pt x="153" y="9"/>
                  </a:lnTo>
                  <a:lnTo>
                    <a:pt x="162" y="11"/>
                  </a:lnTo>
                  <a:lnTo>
                    <a:pt x="170" y="17"/>
                  </a:lnTo>
                  <a:lnTo>
                    <a:pt x="179" y="23"/>
                  </a:lnTo>
                  <a:lnTo>
                    <a:pt x="188" y="31"/>
                  </a:lnTo>
                  <a:lnTo>
                    <a:pt x="194" y="40"/>
                  </a:lnTo>
                  <a:lnTo>
                    <a:pt x="202" y="48"/>
                  </a:lnTo>
                  <a:lnTo>
                    <a:pt x="208" y="57"/>
                  </a:lnTo>
                  <a:lnTo>
                    <a:pt x="211" y="65"/>
                  </a:lnTo>
                  <a:lnTo>
                    <a:pt x="214" y="74"/>
                  </a:lnTo>
                  <a:lnTo>
                    <a:pt x="217" y="84"/>
                  </a:lnTo>
                  <a:lnTo>
                    <a:pt x="220" y="96"/>
                  </a:lnTo>
                  <a:lnTo>
                    <a:pt x="220" y="107"/>
                  </a:lnTo>
                  <a:lnTo>
                    <a:pt x="211" y="107"/>
                  </a:lnTo>
                  <a:lnTo>
                    <a:pt x="211" y="96"/>
                  </a:lnTo>
                  <a:lnTo>
                    <a:pt x="208" y="87"/>
                  </a:lnTo>
                  <a:lnTo>
                    <a:pt x="205" y="77"/>
                  </a:lnTo>
                  <a:lnTo>
                    <a:pt x="202" y="68"/>
                  </a:lnTo>
                  <a:lnTo>
                    <a:pt x="200" y="60"/>
                  </a:lnTo>
                  <a:lnTo>
                    <a:pt x="194" y="51"/>
                  </a:lnTo>
                  <a:lnTo>
                    <a:pt x="188" y="45"/>
                  </a:lnTo>
                  <a:lnTo>
                    <a:pt x="182" y="37"/>
                  </a:lnTo>
                  <a:lnTo>
                    <a:pt x="173" y="31"/>
                  </a:lnTo>
                  <a:lnTo>
                    <a:pt x="167" y="26"/>
                  </a:lnTo>
                  <a:lnTo>
                    <a:pt x="159" y="20"/>
                  </a:lnTo>
                  <a:lnTo>
                    <a:pt x="150" y="17"/>
                  </a:lnTo>
                  <a:lnTo>
                    <a:pt x="142" y="14"/>
                  </a:lnTo>
                  <a:lnTo>
                    <a:pt x="130" y="11"/>
                  </a:lnTo>
                  <a:lnTo>
                    <a:pt x="122" y="9"/>
                  </a:lnTo>
                  <a:lnTo>
                    <a:pt x="110" y="9"/>
                  </a:lnTo>
                  <a:lnTo>
                    <a:pt x="101" y="9"/>
                  </a:lnTo>
                  <a:lnTo>
                    <a:pt x="90" y="11"/>
                  </a:lnTo>
                  <a:lnTo>
                    <a:pt x="81" y="14"/>
                  </a:lnTo>
                  <a:lnTo>
                    <a:pt x="72" y="17"/>
                  </a:lnTo>
                  <a:lnTo>
                    <a:pt x="64" y="20"/>
                  </a:lnTo>
                  <a:lnTo>
                    <a:pt x="55" y="26"/>
                  </a:lnTo>
                  <a:lnTo>
                    <a:pt x="47" y="31"/>
                  </a:lnTo>
                  <a:lnTo>
                    <a:pt x="41" y="37"/>
                  </a:lnTo>
                  <a:lnTo>
                    <a:pt x="35" y="45"/>
                  </a:lnTo>
                  <a:lnTo>
                    <a:pt x="29" y="51"/>
                  </a:lnTo>
                  <a:lnTo>
                    <a:pt x="23" y="60"/>
                  </a:lnTo>
                  <a:lnTo>
                    <a:pt x="18" y="68"/>
                  </a:lnTo>
                  <a:lnTo>
                    <a:pt x="15" y="77"/>
                  </a:lnTo>
                  <a:lnTo>
                    <a:pt x="12" y="87"/>
                  </a:lnTo>
                  <a:lnTo>
                    <a:pt x="12" y="96"/>
                  </a:lnTo>
                  <a:lnTo>
                    <a:pt x="12" y="107"/>
                  </a:lnTo>
                  <a:lnTo>
                    <a:pt x="0" y="107"/>
                  </a:lnTo>
                </a:path>
              </a:pathLst>
            </a:custGeom>
            <a:solidFill>
              <a:srgbClr val="FFDE4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5"/>
            <p:cNvSpPr/>
            <p:nvPr/>
          </p:nvSpPr>
          <p:spPr>
            <a:xfrm>
              <a:off x="4820" y="3802"/>
              <a:ext cx="221" cy="108"/>
            </a:xfrm>
            <a:custGeom>
              <a:rect b="b" l="l" r="r" t="t"/>
              <a:pathLst>
                <a:path extrusionOk="0" h="108" w="221">
                  <a:moveTo>
                    <a:pt x="0" y="0"/>
                  </a:moveTo>
                  <a:lnTo>
                    <a:pt x="0" y="0"/>
                  </a:lnTo>
                  <a:lnTo>
                    <a:pt x="3" y="11"/>
                  </a:lnTo>
                  <a:lnTo>
                    <a:pt x="3" y="20"/>
                  </a:lnTo>
                  <a:lnTo>
                    <a:pt x="6" y="31"/>
                  </a:lnTo>
                  <a:lnTo>
                    <a:pt x="9" y="43"/>
                  </a:lnTo>
                  <a:lnTo>
                    <a:pt x="15" y="51"/>
                  </a:lnTo>
                  <a:lnTo>
                    <a:pt x="20" y="59"/>
                  </a:lnTo>
                  <a:lnTo>
                    <a:pt x="26" y="67"/>
                  </a:lnTo>
                  <a:lnTo>
                    <a:pt x="35" y="76"/>
                  </a:lnTo>
                  <a:lnTo>
                    <a:pt x="41" y="81"/>
                  </a:lnTo>
                  <a:lnTo>
                    <a:pt x="50" y="87"/>
                  </a:lnTo>
                  <a:lnTo>
                    <a:pt x="58" y="93"/>
                  </a:lnTo>
                  <a:lnTo>
                    <a:pt x="66" y="98"/>
                  </a:lnTo>
                  <a:lnTo>
                    <a:pt x="78" y="101"/>
                  </a:lnTo>
                  <a:lnTo>
                    <a:pt x="90" y="104"/>
                  </a:lnTo>
                  <a:lnTo>
                    <a:pt x="98" y="104"/>
                  </a:lnTo>
                  <a:lnTo>
                    <a:pt x="110" y="107"/>
                  </a:lnTo>
                  <a:lnTo>
                    <a:pt x="122" y="104"/>
                  </a:lnTo>
                  <a:lnTo>
                    <a:pt x="133" y="104"/>
                  </a:lnTo>
                  <a:lnTo>
                    <a:pt x="145" y="101"/>
                  </a:lnTo>
                  <a:lnTo>
                    <a:pt x="153" y="98"/>
                  </a:lnTo>
                  <a:lnTo>
                    <a:pt x="162" y="93"/>
                  </a:lnTo>
                  <a:lnTo>
                    <a:pt x="170" y="87"/>
                  </a:lnTo>
                  <a:lnTo>
                    <a:pt x="179" y="81"/>
                  </a:lnTo>
                  <a:lnTo>
                    <a:pt x="188" y="76"/>
                  </a:lnTo>
                  <a:lnTo>
                    <a:pt x="194" y="67"/>
                  </a:lnTo>
                  <a:lnTo>
                    <a:pt x="202" y="59"/>
                  </a:lnTo>
                  <a:lnTo>
                    <a:pt x="208" y="51"/>
                  </a:lnTo>
                  <a:lnTo>
                    <a:pt x="211" y="43"/>
                  </a:lnTo>
                  <a:lnTo>
                    <a:pt x="214" y="31"/>
                  </a:lnTo>
                  <a:lnTo>
                    <a:pt x="217" y="20"/>
                  </a:lnTo>
                  <a:lnTo>
                    <a:pt x="220" y="11"/>
                  </a:lnTo>
                  <a:lnTo>
                    <a:pt x="220" y="0"/>
                  </a:lnTo>
                  <a:lnTo>
                    <a:pt x="211" y="0"/>
                  </a:lnTo>
                  <a:lnTo>
                    <a:pt x="211" y="9"/>
                  </a:lnTo>
                  <a:lnTo>
                    <a:pt x="208" y="20"/>
                  </a:lnTo>
                  <a:lnTo>
                    <a:pt x="205" y="28"/>
                  </a:lnTo>
                  <a:lnTo>
                    <a:pt x="202" y="37"/>
                  </a:lnTo>
                  <a:lnTo>
                    <a:pt x="200" y="45"/>
                  </a:lnTo>
                  <a:lnTo>
                    <a:pt x="194" y="54"/>
                  </a:lnTo>
                  <a:lnTo>
                    <a:pt x="188" y="62"/>
                  </a:lnTo>
                  <a:lnTo>
                    <a:pt x="182" y="67"/>
                  </a:lnTo>
                  <a:lnTo>
                    <a:pt x="173" y="76"/>
                  </a:lnTo>
                  <a:lnTo>
                    <a:pt x="167" y="79"/>
                  </a:lnTo>
                  <a:lnTo>
                    <a:pt x="159" y="84"/>
                  </a:lnTo>
                  <a:lnTo>
                    <a:pt x="150" y="90"/>
                  </a:lnTo>
                  <a:lnTo>
                    <a:pt x="142" y="93"/>
                  </a:lnTo>
                  <a:lnTo>
                    <a:pt x="130" y="96"/>
                  </a:lnTo>
                  <a:lnTo>
                    <a:pt x="122" y="96"/>
                  </a:lnTo>
                  <a:lnTo>
                    <a:pt x="110" y="96"/>
                  </a:lnTo>
                  <a:lnTo>
                    <a:pt x="101" y="96"/>
                  </a:lnTo>
                  <a:lnTo>
                    <a:pt x="90" y="96"/>
                  </a:lnTo>
                  <a:lnTo>
                    <a:pt x="81" y="93"/>
                  </a:lnTo>
                  <a:lnTo>
                    <a:pt x="72" y="90"/>
                  </a:lnTo>
                  <a:lnTo>
                    <a:pt x="64" y="84"/>
                  </a:lnTo>
                  <a:lnTo>
                    <a:pt x="55" y="79"/>
                  </a:lnTo>
                  <a:lnTo>
                    <a:pt x="47" y="76"/>
                  </a:lnTo>
                  <a:lnTo>
                    <a:pt x="41" y="67"/>
                  </a:lnTo>
                  <a:lnTo>
                    <a:pt x="35" y="62"/>
                  </a:lnTo>
                  <a:lnTo>
                    <a:pt x="29" y="54"/>
                  </a:lnTo>
                  <a:lnTo>
                    <a:pt x="23" y="45"/>
                  </a:lnTo>
                  <a:lnTo>
                    <a:pt x="18" y="37"/>
                  </a:lnTo>
                  <a:lnTo>
                    <a:pt x="15" y="28"/>
                  </a:lnTo>
                  <a:lnTo>
                    <a:pt x="12" y="20"/>
                  </a:lnTo>
                  <a:lnTo>
                    <a:pt x="12" y="9"/>
                  </a:lnTo>
                  <a:lnTo>
                    <a:pt x="12" y="0"/>
                  </a:lnTo>
                  <a:lnTo>
                    <a:pt x="0" y="0"/>
                  </a:lnTo>
                </a:path>
              </a:pathLst>
            </a:custGeom>
            <a:solidFill>
              <a:srgbClr val="FFDE4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5"/>
            <p:cNvSpPr/>
            <p:nvPr/>
          </p:nvSpPr>
          <p:spPr>
            <a:xfrm>
              <a:off x="4832" y="3698"/>
              <a:ext cx="200" cy="99"/>
            </a:xfrm>
            <a:custGeom>
              <a:rect b="b" l="l" r="r" t="t"/>
              <a:pathLst>
                <a:path extrusionOk="0" h="99" w="200">
                  <a:moveTo>
                    <a:pt x="0" y="98"/>
                  </a:moveTo>
                  <a:lnTo>
                    <a:pt x="0" y="87"/>
                  </a:lnTo>
                  <a:lnTo>
                    <a:pt x="0" y="78"/>
                  </a:lnTo>
                  <a:lnTo>
                    <a:pt x="3" y="68"/>
                  </a:lnTo>
                  <a:lnTo>
                    <a:pt x="6" y="59"/>
                  </a:lnTo>
                  <a:lnTo>
                    <a:pt x="12" y="51"/>
                  </a:lnTo>
                  <a:lnTo>
                    <a:pt x="17" y="42"/>
                  </a:lnTo>
                  <a:lnTo>
                    <a:pt x="23" y="37"/>
                  </a:lnTo>
                  <a:lnTo>
                    <a:pt x="29" y="28"/>
                  </a:lnTo>
                  <a:lnTo>
                    <a:pt x="35" y="23"/>
                  </a:lnTo>
                  <a:lnTo>
                    <a:pt x="44" y="17"/>
                  </a:lnTo>
                  <a:lnTo>
                    <a:pt x="52" y="11"/>
                  </a:lnTo>
                  <a:lnTo>
                    <a:pt x="60" y="8"/>
                  </a:lnTo>
                  <a:lnTo>
                    <a:pt x="69" y="6"/>
                  </a:lnTo>
                  <a:lnTo>
                    <a:pt x="78" y="3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10" y="0"/>
                  </a:lnTo>
                  <a:lnTo>
                    <a:pt x="118" y="3"/>
                  </a:lnTo>
                  <a:lnTo>
                    <a:pt x="130" y="6"/>
                  </a:lnTo>
                  <a:lnTo>
                    <a:pt x="138" y="8"/>
                  </a:lnTo>
                  <a:lnTo>
                    <a:pt x="147" y="11"/>
                  </a:lnTo>
                  <a:lnTo>
                    <a:pt x="155" y="17"/>
                  </a:lnTo>
                  <a:lnTo>
                    <a:pt x="161" y="23"/>
                  </a:lnTo>
                  <a:lnTo>
                    <a:pt x="170" y="28"/>
                  </a:lnTo>
                  <a:lnTo>
                    <a:pt x="176" y="37"/>
                  </a:lnTo>
                  <a:lnTo>
                    <a:pt x="182" y="42"/>
                  </a:lnTo>
                  <a:lnTo>
                    <a:pt x="187" y="51"/>
                  </a:lnTo>
                  <a:lnTo>
                    <a:pt x="190" y="59"/>
                  </a:lnTo>
                  <a:lnTo>
                    <a:pt x="193" y="68"/>
                  </a:lnTo>
                  <a:lnTo>
                    <a:pt x="196" y="78"/>
                  </a:lnTo>
                  <a:lnTo>
                    <a:pt x="199" y="87"/>
                  </a:lnTo>
                  <a:lnTo>
                    <a:pt x="199" y="98"/>
                  </a:lnTo>
                  <a:lnTo>
                    <a:pt x="190" y="98"/>
                  </a:lnTo>
                  <a:lnTo>
                    <a:pt x="190" y="90"/>
                  </a:lnTo>
                  <a:lnTo>
                    <a:pt x="187" y="78"/>
                  </a:lnTo>
                  <a:lnTo>
                    <a:pt x="184" y="71"/>
                  </a:lnTo>
                  <a:lnTo>
                    <a:pt x="182" y="65"/>
                  </a:lnTo>
                  <a:lnTo>
                    <a:pt x="179" y="57"/>
                  </a:lnTo>
                  <a:lnTo>
                    <a:pt x="173" y="48"/>
                  </a:lnTo>
                  <a:lnTo>
                    <a:pt x="170" y="42"/>
                  </a:lnTo>
                  <a:lnTo>
                    <a:pt x="164" y="34"/>
                  </a:lnTo>
                  <a:lnTo>
                    <a:pt x="155" y="28"/>
                  </a:lnTo>
                  <a:lnTo>
                    <a:pt x="149" y="25"/>
                  </a:lnTo>
                  <a:lnTo>
                    <a:pt x="141" y="20"/>
                  </a:lnTo>
                  <a:lnTo>
                    <a:pt x="133" y="17"/>
                  </a:lnTo>
                  <a:lnTo>
                    <a:pt x="127" y="14"/>
                  </a:lnTo>
                  <a:lnTo>
                    <a:pt x="118" y="11"/>
                  </a:lnTo>
                  <a:lnTo>
                    <a:pt x="107" y="8"/>
                  </a:lnTo>
                  <a:lnTo>
                    <a:pt x="98" y="8"/>
                  </a:lnTo>
                  <a:lnTo>
                    <a:pt x="89" y="8"/>
                  </a:lnTo>
                  <a:lnTo>
                    <a:pt x="81" y="11"/>
                  </a:lnTo>
                  <a:lnTo>
                    <a:pt x="72" y="14"/>
                  </a:lnTo>
                  <a:lnTo>
                    <a:pt x="63" y="17"/>
                  </a:lnTo>
                  <a:lnTo>
                    <a:pt x="54" y="20"/>
                  </a:lnTo>
                  <a:lnTo>
                    <a:pt x="50" y="25"/>
                  </a:lnTo>
                  <a:lnTo>
                    <a:pt x="41" y="28"/>
                  </a:lnTo>
                  <a:lnTo>
                    <a:pt x="35" y="34"/>
                  </a:lnTo>
                  <a:lnTo>
                    <a:pt x="29" y="42"/>
                  </a:lnTo>
                  <a:lnTo>
                    <a:pt x="23" y="48"/>
                  </a:lnTo>
                  <a:lnTo>
                    <a:pt x="20" y="57"/>
                  </a:lnTo>
                  <a:lnTo>
                    <a:pt x="15" y="65"/>
                  </a:lnTo>
                  <a:lnTo>
                    <a:pt x="12" y="71"/>
                  </a:lnTo>
                  <a:lnTo>
                    <a:pt x="9" y="78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0" y="98"/>
                  </a:lnTo>
                </a:path>
              </a:pathLst>
            </a:custGeom>
            <a:solidFill>
              <a:srgbClr val="FFE3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5"/>
            <p:cNvSpPr/>
            <p:nvPr/>
          </p:nvSpPr>
          <p:spPr>
            <a:xfrm>
              <a:off x="4832" y="3802"/>
              <a:ext cx="200" cy="96"/>
            </a:xfrm>
            <a:custGeom>
              <a:rect b="b" l="l" r="r" t="t"/>
              <a:pathLst>
                <a:path extrusionOk="0" h="96" w="200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20"/>
                  </a:lnTo>
                  <a:lnTo>
                    <a:pt x="3" y="28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54"/>
                  </a:lnTo>
                  <a:lnTo>
                    <a:pt x="23" y="61"/>
                  </a:lnTo>
                  <a:lnTo>
                    <a:pt x="29" y="67"/>
                  </a:lnTo>
                  <a:lnTo>
                    <a:pt x="35" y="75"/>
                  </a:lnTo>
                  <a:lnTo>
                    <a:pt x="44" y="78"/>
                  </a:lnTo>
                  <a:lnTo>
                    <a:pt x="52" y="84"/>
                  </a:lnTo>
                  <a:lnTo>
                    <a:pt x="60" y="89"/>
                  </a:lnTo>
                  <a:lnTo>
                    <a:pt x="69" y="92"/>
                  </a:lnTo>
                  <a:lnTo>
                    <a:pt x="78" y="95"/>
                  </a:lnTo>
                  <a:lnTo>
                    <a:pt x="89" y="95"/>
                  </a:lnTo>
                  <a:lnTo>
                    <a:pt x="98" y="95"/>
                  </a:lnTo>
                  <a:lnTo>
                    <a:pt x="110" y="95"/>
                  </a:lnTo>
                  <a:lnTo>
                    <a:pt x="118" y="95"/>
                  </a:lnTo>
                  <a:lnTo>
                    <a:pt x="130" y="92"/>
                  </a:lnTo>
                  <a:lnTo>
                    <a:pt x="138" y="89"/>
                  </a:lnTo>
                  <a:lnTo>
                    <a:pt x="147" y="84"/>
                  </a:lnTo>
                  <a:lnTo>
                    <a:pt x="155" y="78"/>
                  </a:lnTo>
                  <a:lnTo>
                    <a:pt x="161" y="75"/>
                  </a:lnTo>
                  <a:lnTo>
                    <a:pt x="170" y="67"/>
                  </a:lnTo>
                  <a:lnTo>
                    <a:pt x="176" y="61"/>
                  </a:lnTo>
                  <a:lnTo>
                    <a:pt x="182" y="54"/>
                  </a:lnTo>
                  <a:lnTo>
                    <a:pt x="187" y="45"/>
                  </a:lnTo>
                  <a:lnTo>
                    <a:pt x="190" y="37"/>
                  </a:lnTo>
                  <a:lnTo>
                    <a:pt x="193" y="28"/>
                  </a:lnTo>
                  <a:lnTo>
                    <a:pt x="196" y="20"/>
                  </a:lnTo>
                  <a:lnTo>
                    <a:pt x="199" y="8"/>
                  </a:lnTo>
                  <a:lnTo>
                    <a:pt x="199" y="0"/>
                  </a:lnTo>
                  <a:lnTo>
                    <a:pt x="190" y="0"/>
                  </a:lnTo>
                  <a:lnTo>
                    <a:pt x="190" y="8"/>
                  </a:lnTo>
                  <a:lnTo>
                    <a:pt x="187" y="17"/>
                  </a:lnTo>
                  <a:lnTo>
                    <a:pt x="184" y="25"/>
                  </a:lnTo>
                  <a:lnTo>
                    <a:pt x="182" y="34"/>
                  </a:lnTo>
                  <a:lnTo>
                    <a:pt x="179" y="42"/>
                  </a:lnTo>
                  <a:lnTo>
                    <a:pt x="173" y="48"/>
                  </a:lnTo>
                  <a:lnTo>
                    <a:pt x="170" y="55"/>
                  </a:lnTo>
                  <a:lnTo>
                    <a:pt x="164" y="61"/>
                  </a:lnTo>
                  <a:lnTo>
                    <a:pt x="155" y="67"/>
                  </a:lnTo>
                  <a:lnTo>
                    <a:pt x="149" y="72"/>
                  </a:lnTo>
                  <a:lnTo>
                    <a:pt x="141" y="75"/>
                  </a:lnTo>
                  <a:lnTo>
                    <a:pt x="133" y="81"/>
                  </a:lnTo>
                  <a:lnTo>
                    <a:pt x="127" y="84"/>
                  </a:lnTo>
                  <a:lnTo>
                    <a:pt x="118" y="87"/>
                  </a:lnTo>
                  <a:lnTo>
                    <a:pt x="107" y="87"/>
                  </a:lnTo>
                  <a:lnTo>
                    <a:pt x="98" y="87"/>
                  </a:lnTo>
                  <a:lnTo>
                    <a:pt x="89" y="87"/>
                  </a:lnTo>
                  <a:lnTo>
                    <a:pt x="81" y="87"/>
                  </a:lnTo>
                  <a:lnTo>
                    <a:pt x="72" y="84"/>
                  </a:lnTo>
                  <a:lnTo>
                    <a:pt x="63" y="81"/>
                  </a:lnTo>
                  <a:lnTo>
                    <a:pt x="54" y="75"/>
                  </a:lnTo>
                  <a:lnTo>
                    <a:pt x="50" y="72"/>
                  </a:lnTo>
                  <a:lnTo>
                    <a:pt x="41" y="67"/>
                  </a:lnTo>
                  <a:lnTo>
                    <a:pt x="35" y="61"/>
                  </a:lnTo>
                  <a:lnTo>
                    <a:pt x="29" y="55"/>
                  </a:lnTo>
                  <a:lnTo>
                    <a:pt x="23" y="48"/>
                  </a:lnTo>
                  <a:lnTo>
                    <a:pt x="20" y="42"/>
                  </a:lnTo>
                  <a:lnTo>
                    <a:pt x="15" y="34"/>
                  </a:lnTo>
                  <a:lnTo>
                    <a:pt x="12" y="25"/>
                  </a:lnTo>
                  <a:lnTo>
                    <a:pt x="9" y="17"/>
                  </a:lnTo>
                  <a:lnTo>
                    <a:pt x="9" y="8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3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35"/>
            <p:cNvSpPr/>
            <p:nvPr/>
          </p:nvSpPr>
          <p:spPr>
            <a:xfrm>
              <a:off x="4841" y="3707"/>
              <a:ext cx="182" cy="90"/>
            </a:xfrm>
            <a:custGeom>
              <a:rect b="b" l="l" r="r" t="t"/>
              <a:pathLst>
                <a:path extrusionOk="0" h="90" w="182">
                  <a:moveTo>
                    <a:pt x="0" y="89"/>
                  </a:moveTo>
                  <a:lnTo>
                    <a:pt x="0" y="81"/>
                  </a:lnTo>
                  <a:lnTo>
                    <a:pt x="0" y="69"/>
                  </a:lnTo>
                  <a:lnTo>
                    <a:pt x="3" y="62"/>
                  </a:lnTo>
                  <a:lnTo>
                    <a:pt x="6" y="56"/>
                  </a:lnTo>
                  <a:lnTo>
                    <a:pt x="12" y="48"/>
                  </a:lnTo>
                  <a:lnTo>
                    <a:pt x="15" y="39"/>
                  </a:lnTo>
                  <a:lnTo>
                    <a:pt x="20" y="34"/>
                  </a:lnTo>
                  <a:lnTo>
                    <a:pt x="26" y="25"/>
                  </a:lnTo>
                  <a:lnTo>
                    <a:pt x="32" y="20"/>
                  </a:lnTo>
                  <a:lnTo>
                    <a:pt x="41" y="17"/>
                  </a:lnTo>
                  <a:lnTo>
                    <a:pt x="45" y="11"/>
                  </a:lnTo>
                  <a:lnTo>
                    <a:pt x="54" y="8"/>
                  </a:lnTo>
                  <a:lnTo>
                    <a:pt x="63" y="6"/>
                  </a:lnTo>
                  <a:lnTo>
                    <a:pt x="72" y="3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9" y="3"/>
                  </a:lnTo>
                  <a:lnTo>
                    <a:pt x="118" y="6"/>
                  </a:lnTo>
                  <a:lnTo>
                    <a:pt x="124" y="8"/>
                  </a:lnTo>
                  <a:lnTo>
                    <a:pt x="132" y="11"/>
                  </a:lnTo>
                  <a:lnTo>
                    <a:pt x="140" y="17"/>
                  </a:lnTo>
                  <a:lnTo>
                    <a:pt x="146" y="20"/>
                  </a:lnTo>
                  <a:lnTo>
                    <a:pt x="155" y="25"/>
                  </a:lnTo>
                  <a:lnTo>
                    <a:pt x="161" y="34"/>
                  </a:lnTo>
                  <a:lnTo>
                    <a:pt x="164" y="39"/>
                  </a:lnTo>
                  <a:lnTo>
                    <a:pt x="169" y="48"/>
                  </a:lnTo>
                  <a:lnTo>
                    <a:pt x="172" y="56"/>
                  </a:lnTo>
                  <a:lnTo>
                    <a:pt x="175" y="62"/>
                  </a:lnTo>
                  <a:lnTo>
                    <a:pt x="178" y="69"/>
                  </a:lnTo>
                  <a:lnTo>
                    <a:pt x="181" y="81"/>
                  </a:lnTo>
                  <a:lnTo>
                    <a:pt x="181" y="89"/>
                  </a:lnTo>
                  <a:lnTo>
                    <a:pt x="172" y="89"/>
                  </a:lnTo>
                  <a:lnTo>
                    <a:pt x="172" y="81"/>
                  </a:lnTo>
                  <a:lnTo>
                    <a:pt x="169" y="72"/>
                  </a:lnTo>
                  <a:lnTo>
                    <a:pt x="166" y="64"/>
                  </a:lnTo>
                  <a:lnTo>
                    <a:pt x="164" y="59"/>
                  </a:lnTo>
                  <a:lnTo>
                    <a:pt x="161" y="51"/>
                  </a:lnTo>
                  <a:lnTo>
                    <a:pt x="158" y="45"/>
                  </a:lnTo>
                  <a:lnTo>
                    <a:pt x="152" y="39"/>
                  </a:lnTo>
                  <a:lnTo>
                    <a:pt x="146" y="34"/>
                  </a:lnTo>
                  <a:lnTo>
                    <a:pt x="140" y="28"/>
                  </a:lnTo>
                  <a:lnTo>
                    <a:pt x="135" y="22"/>
                  </a:lnTo>
                  <a:lnTo>
                    <a:pt x="129" y="20"/>
                  </a:lnTo>
                  <a:lnTo>
                    <a:pt x="121" y="17"/>
                  </a:lnTo>
                  <a:lnTo>
                    <a:pt x="115" y="14"/>
                  </a:lnTo>
                  <a:lnTo>
                    <a:pt x="106" y="11"/>
                  </a:lnTo>
                  <a:lnTo>
                    <a:pt x="98" y="8"/>
                  </a:lnTo>
                  <a:lnTo>
                    <a:pt x="89" y="8"/>
                  </a:lnTo>
                  <a:lnTo>
                    <a:pt x="80" y="8"/>
                  </a:lnTo>
                  <a:lnTo>
                    <a:pt x="72" y="11"/>
                  </a:lnTo>
                  <a:lnTo>
                    <a:pt x="66" y="14"/>
                  </a:lnTo>
                  <a:lnTo>
                    <a:pt x="57" y="17"/>
                  </a:lnTo>
                  <a:lnTo>
                    <a:pt x="51" y="20"/>
                  </a:lnTo>
                  <a:lnTo>
                    <a:pt x="44" y="22"/>
                  </a:lnTo>
                  <a:lnTo>
                    <a:pt x="38" y="28"/>
                  </a:lnTo>
                  <a:lnTo>
                    <a:pt x="32" y="34"/>
                  </a:lnTo>
                  <a:lnTo>
                    <a:pt x="26" y="39"/>
                  </a:lnTo>
                  <a:lnTo>
                    <a:pt x="23" y="45"/>
                  </a:lnTo>
                  <a:lnTo>
                    <a:pt x="17" y="51"/>
                  </a:lnTo>
                  <a:lnTo>
                    <a:pt x="15" y="59"/>
                  </a:lnTo>
                  <a:lnTo>
                    <a:pt x="12" y="64"/>
                  </a:lnTo>
                  <a:lnTo>
                    <a:pt x="9" y="72"/>
                  </a:lnTo>
                  <a:lnTo>
                    <a:pt x="9" y="81"/>
                  </a:lnTo>
                  <a:lnTo>
                    <a:pt x="9" y="89"/>
                  </a:lnTo>
                  <a:lnTo>
                    <a:pt x="0" y="89"/>
                  </a:lnTo>
                </a:path>
              </a:pathLst>
            </a:custGeom>
            <a:solidFill>
              <a:srgbClr val="FFE35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5"/>
            <p:cNvSpPr/>
            <p:nvPr/>
          </p:nvSpPr>
          <p:spPr>
            <a:xfrm>
              <a:off x="4841" y="3802"/>
              <a:ext cx="182" cy="87"/>
            </a:xfrm>
            <a:custGeom>
              <a:rect b="b" l="l" r="r" t="t"/>
              <a:pathLst>
                <a:path extrusionOk="0" h="87" w="182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3" y="25"/>
                  </a:lnTo>
                  <a:lnTo>
                    <a:pt x="6" y="34"/>
                  </a:lnTo>
                  <a:lnTo>
                    <a:pt x="12" y="42"/>
                  </a:lnTo>
                  <a:lnTo>
                    <a:pt x="15" y="48"/>
                  </a:lnTo>
                  <a:lnTo>
                    <a:pt x="20" y="55"/>
                  </a:lnTo>
                  <a:lnTo>
                    <a:pt x="26" y="61"/>
                  </a:lnTo>
                  <a:lnTo>
                    <a:pt x="32" y="66"/>
                  </a:lnTo>
                  <a:lnTo>
                    <a:pt x="41" y="72"/>
                  </a:lnTo>
                  <a:lnTo>
                    <a:pt x="45" y="75"/>
                  </a:lnTo>
                  <a:lnTo>
                    <a:pt x="54" y="80"/>
                  </a:lnTo>
                  <a:lnTo>
                    <a:pt x="63" y="83"/>
                  </a:lnTo>
                  <a:lnTo>
                    <a:pt x="72" y="86"/>
                  </a:lnTo>
                  <a:lnTo>
                    <a:pt x="80" y="86"/>
                  </a:lnTo>
                  <a:lnTo>
                    <a:pt x="89" y="86"/>
                  </a:lnTo>
                  <a:lnTo>
                    <a:pt x="98" y="86"/>
                  </a:lnTo>
                  <a:lnTo>
                    <a:pt x="109" y="86"/>
                  </a:lnTo>
                  <a:lnTo>
                    <a:pt x="118" y="83"/>
                  </a:lnTo>
                  <a:lnTo>
                    <a:pt x="124" y="80"/>
                  </a:lnTo>
                  <a:lnTo>
                    <a:pt x="132" y="75"/>
                  </a:lnTo>
                  <a:lnTo>
                    <a:pt x="140" y="72"/>
                  </a:lnTo>
                  <a:lnTo>
                    <a:pt x="146" y="66"/>
                  </a:lnTo>
                  <a:lnTo>
                    <a:pt x="155" y="61"/>
                  </a:lnTo>
                  <a:lnTo>
                    <a:pt x="161" y="55"/>
                  </a:lnTo>
                  <a:lnTo>
                    <a:pt x="164" y="48"/>
                  </a:lnTo>
                  <a:lnTo>
                    <a:pt x="169" y="42"/>
                  </a:lnTo>
                  <a:lnTo>
                    <a:pt x="172" y="34"/>
                  </a:lnTo>
                  <a:lnTo>
                    <a:pt x="175" y="25"/>
                  </a:lnTo>
                  <a:lnTo>
                    <a:pt x="178" y="17"/>
                  </a:lnTo>
                  <a:lnTo>
                    <a:pt x="181" y="8"/>
                  </a:lnTo>
                  <a:lnTo>
                    <a:pt x="181" y="0"/>
                  </a:lnTo>
                  <a:lnTo>
                    <a:pt x="172" y="0"/>
                  </a:lnTo>
                  <a:lnTo>
                    <a:pt x="172" y="8"/>
                  </a:lnTo>
                  <a:lnTo>
                    <a:pt x="169" y="17"/>
                  </a:lnTo>
                  <a:lnTo>
                    <a:pt x="166" y="22"/>
                  </a:lnTo>
                  <a:lnTo>
                    <a:pt x="164" y="31"/>
                  </a:lnTo>
                  <a:lnTo>
                    <a:pt x="161" y="36"/>
                  </a:lnTo>
                  <a:lnTo>
                    <a:pt x="158" y="45"/>
                  </a:lnTo>
                  <a:lnTo>
                    <a:pt x="152" y="50"/>
                  </a:lnTo>
                  <a:lnTo>
                    <a:pt x="146" y="55"/>
                  </a:lnTo>
                  <a:lnTo>
                    <a:pt x="140" y="61"/>
                  </a:lnTo>
                  <a:lnTo>
                    <a:pt x="135" y="64"/>
                  </a:lnTo>
                  <a:lnTo>
                    <a:pt x="129" y="69"/>
                  </a:lnTo>
                  <a:lnTo>
                    <a:pt x="121" y="72"/>
                  </a:lnTo>
                  <a:lnTo>
                    <a:pt x="115" y="75"/>
                  </a:lnTo>
                  <a:lnTo>
                    <a:pt x="106" y="78"/>
                  </a:lnTo>
                  <a:lnTo>
                    <a:pt x="98" y="78"/>
                  </a:lnTo>
                  <a:lnTo>
                    <a:pt x="89" y="78"/>
                  </a:lnTo>
                  <a:lnTo>
                    <a:pt x="80" y="78"/>
                  </a:lnTo>
                  <a:lnTo>
                    <a:pt x="72" y="78"/>
                  </a:lnTo>
                  <a:lnTo>
                    <a:pt x="66" y="75"/>
                  </a:lnTo>
                  <a:lnTo>
                    <a:pt x="57" y="72"/>
                  </a:lnTo>
                  <a:lnTo>
                    <a:pt x="51" y="69"/>
                  </a:lnTo>
                  <a:lnTo>
                    <a:pt x="44" y="64"/>
                  </a:lnTo>
                  <a:lnTo>
                    <a:pt x="38" y="61"/>
                  </a:lnTo>
                  <a:lnTo>
                    <a:pt x="32" y="55"/>
                  </a:lnTo>
                  <a:lnTo>
                    <a:pt x="26" y="50"/>
                  </a:lnTo>
                  <a:lnTo>
                    <a:pt x="23" y="45"/>
                  </a:lnTo>
                  <a:lnTo>
                    <a:pt x="17" y="36"/>
                  </a:lnTo>
                  <a:lnTo>
                    <a:pt x="15" y="31"/>
                  </a:lnTo>
                  <a:lnTo>
                    <a:pt x="12" y="22"/>
                  </a:lnTo>
                  <a:lnTo>
                    <a:pt x="9" y="17"/>
                  </a:lnTo>
                  <a:lnTo>
                    <a:pt x="9" y="8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35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5"/>
            <p:cNvSpPr/>
            <p:nvPr/>
          </p:nvSpPr>
          <p:spPr>
            <a:xfrm>
              <a:off x="4850" y="3716"/>
              <a:ext cx="164" cy="81"/>
            </a:xfrm>
            <a:custGeom>
              <a:rect b="b" l="l" r="r" t="t"/>
              <a:pathLst>
                <a:path extrusionOk="0" h="81" w="164">
                  <a:moveTo>
                    <a:pt x="0" y="80"/>
                  </a:moveTo>
                  <a:lnTo>
                    <a:pt x="0" y="72"/>
                  </a:lnTo>
                  <a:lnTo>
                    <a:pt x="0" y="63"/>
                  </a:lnTo>
                  <a:lnTo>
                    <a:pt x="3" y="55"/>
                  </a:lnTo>
                  <a:lnTo>
                    <a:pt x="6" y="50"/>
                  </a:lnTo>
                  <a:lnTo>
                    <a:pt x="9" y="42"/>
                  </a:lnTo>
                  <a:lnTo>
                    <a:pt x="14" y="36"/>
                  </a:lnTo>
                  <a:lnTo>
                    <a:pt x="17" y="31"/>
                  </a:lnTo>
                  <a:lnTo>
                    <a:pt x="23" y="25"/>
                  </a:lnTo>
                  <a:lnTo>
                    <a:pt x="29" y="20"/>
                  </a:lnTo>
                  <a:lnTo>
                    <a:pt x="35" y="14"/>
                  </a:lnTo>
                  <a:lnTo>
                    <a:pt x="42" y="11"/>
                  </a:lnTo>
                  <a:lnTo>
                    <a:pt x="48" y="8"/>
                  </a:lnTo>
                  <a:lnTo>
                    <a:pt x="57" y="6"/>
                  </a:lnTo>
                  <a:lnTo>
                    <a:pt x="63" y="3"/>
                  </a:lnTo>
                  <a:lnTo>
                    <a:pt x="71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7" y="3"/>
                  </a:lnTo>
                  <a:lnTo>
                    <a:pt x="106" y="6"/>
                  </a:lnTo>
                  <a:lnTo>
                    <a:pt x="112" y="8"/>
                  </a:lnTo>
                  <a:lnTo>
                    <a:pt x="120" y="11"/>
                  </a:lnTo>
                  <a:lnTo>
                    <a:pt x="125" y="14"/>
                  </a:lnTo>
                  <a:lnTo>
                    <a:pt x="131" y="20"/>
                  </a:lnTo>
                  <a:lnTo>
                    <a:pt x="137" y="25"/>
                  </a:lnTo>
                  <a:lnTo>
                    <a:pt x="143" y="31"/>
                  </a:lnTo>
                  <a:lnTo>
                    <a:pt x="149" y="36"/>
                  </a:lnTo>
                  <a:lnTo>
                    <a:pt x="151" y="42"/>
                  </a:lnTo>
                  <a:lnTo>
                    <a:pt x="154" y="50"/>
                  </a:lnTo>
                  <a:lnTo>
                    <a:pt x="157" y="55"/>
                  </a:lnTo>
                  <a:lnTo>
                    <a:pt x="160" y="63"/>
                  </a:lnTo>
                  <a:lnTo>
                    <a:pt x="163" y="72"/>
                  </a:lnTo>
                  <a:lnTo>
                    <a:pt x="163" y="80"/>
                  </a:lnTo>
                  <a:lnTo>
                    <a:pt x="151" y="80"/>
                  </a:lnTo>
                  <a:lnTo>
                    <a:pt x="151" y="72"/>
                  </a:lnTo>
                  <a:lnTo>
                    <a:pt x="151" y="66"/>
                  </a:lnTo>
                  <a:lnTo>
                    <a:pt x="149" y="58"/>
                  </a:lnTo>
                  <a:lnTo>
                    <a:pt x="146" y="53"/>
                  </a:lnTo>
                  <a:lnTo>
                    <a:pt x="143" y="47"/>
                  </a:lnTo>
                  <a:lnTo>
                    <a:pt x="140" y="42"/>
                  </a:lnTo>
                  <a:lnTo>
                    <a:pt x="137" y="36"/>
                  </a:lnTo>
                  <a:lnTo>
                    <a:pt x="131" y="31"/>
                  </a:lnTo>
                  <a:lnTo>
                    <a:pt x="125" y="25"/>
                  </a:lnTo>
                  <a:lnTo>
                    <a:pt x="120" y="22"/>
                  </a:lnTo>
                  <a:lnTo>
                    <a:pt x="115" y="20"/>
                  </a:lnTo>
                  <a:lnTo>
                    <a:pt x="109" y="17"/>
                  </a:lnTo>
                  <a:lnTo>
                    <a:pt x="103" y="14"/>
                  </a:lnTo>
                  <a:lnTo>
                    <a:pt x="95" y="11"/>
                  </a:lnTo>
                  <a:lnTo>
                    <a:pt x="89" y="11"/>
                  </a:lnTo>
                  <a:lnTo>
                    <a:pt x="80" y="11"/>
                  </a:lnTo>
                  <a:lnTo>
                    <a:pt x="74" y="11"/>
                  </a:lnTo>
                  <a:lnTo>
                    <a:pt x="66" y="11"/>
                  </a:lnTo>
                  <a:lnTo>
                    <a:pt x="60" y="14"/>
                  </a:lnTo>
                  <a:lnTo>
                    <a:pt x="54" y="17"/>
                  </a:lnTo>
                  <a:lnTo>
                    <a:pt x="45" y="20"/>
                  </a:lnTo>
                  <a:lnTo>
                    <a:pt x="40" y="22"/>
                  </a:lnTo>
                  <a:lnTo>
                    <a:pt x="35" y="25"/>
                  </a:lnTo>
                  <a:lnTo>
                    <a:pt x="29" y="31"/>
                  </a:lnTo>
                  <a:lnTo>
                    <a:pt x="26" y="36"/>
                  </a:lnTo>
                  <a:lnTo>
                    <a:pt x="20" y="42"/>
                  </a:lnTo>
                  <a:lnTo>
                    <a:pt x="17" y="47"/>
                  </a:lnTo>
                  <a:lnTo>
                    <a:pt x="14" y="53"/>
                  </a:lnTo>
                  <a:lnTo>
                    <a:pt x="12" y="58"/>
                  </a:lnTo>
                  <a:lnTo>
                    <a:pt x="12" y="66"/>
                  </a:lnTo>
                  <a:lnTo>
                    <a:pt x="9" y="72"/>
                  </a:lnTo>
                  <a:lnTo>
                    <a:pt x="9" y="80"/>
                  </a:lnTo>
                  <a:lnTo>
                    <a:pt x="0" y="80"/>
                  </a:lnTo>
                </a:path>
              </a:pathLst>
            </a:custGeom>
            <a:solidFill>
              <a:srgbClr val="FFEB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5"/>
            <p:cNvSpPr/>
            <p:nvPr/>
          </p:nvSpPr>
          <p:spPr>
            <a:xfrm>
              <a:off x="4850" y="3802"/>
              <a:ext cx="164" cy="78"/>
            </a:xfrm>
            <a:custGeom>
              <a:rect b="b" l="l" r="r" t="t"/>
              <a:pathLst>
                <a:path extrusionOk="0" h="78" w="164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3" y="22"/>
                  </a:lnTo>
                  <a:lnTo>
                    <a:pt x="6" y="31"/>
                  </a:lnTo>
                  <a:lnTo>
                    <a:pt x="9" y="36"/>
                  </a:lnTo>
                  <a:lnTo>
                    <a:pt x="14" y="45"/>
                  </a:lnTo>
                  <a:lnTo>
                    <a:pt x="17" y="50"/>
                  </a:lnTo>
                  <a:lnTo>
                    <a:pt x="23" y="55"/>
                  </a:lnTo>
                  <a:lnTo>
                    <a:pt x="29" y="60"/>
                  </a:lnTo>
                  <a:lnTo>
                    <a:pt x="35" y="63"/>
                  </a:lnTo>
                  <a:lnTo>
                    <a:pt x="42" y="69"/>
                  </a:lnTo>
                  <a:lnTo>
                    <a:pt x="48" y="71"/>
                  </a:lnTo>
                  <a:lnTo>
                    <a:pt x="57" y="74"/>
                  </a:lnTo>
                  <a:lnTo>
                    <a:pt x="63" y="77"/>
                  </a:lnTo>
                  <a:lnTo>
                    <a:pt x="71" y="77"/>
                  </a:lnTo>
                  <a:lnTo>
                    <a:pt x="80" y="77"/>
                  </a:lnTo>
                  <a:lnTo>
                    <a:pt x="89" y="77"/>
                  </a:lnTo>
                  <a:lnTo>
                    <a:pt x="97" y="77"/>
                  </a:lnTo>
                  <a:lnTo>
                    <a:pt x="106" y="74"/>
                  </a:lnTo>
                  <a:lnTo>
                    <a:pt x="112" y="71"/>
                  </a:lnTo>
                  <a:lnTo>
                    <a:pt x="120" y="69"/>
                  </a:lnTo>
                  <a:lnTo>
                    <a:pt x="125" y="63"/>
                  </a:lnTo>
                  <a:lnTo>
                    <a:pt x="131" y="60"/>
                  </a:lnTo>
                  <a:lnTo>
                    <a:pt x="137" y="55"/>
                  </a:lnTo>
                  <a:lnTo>
                    <a:pt x="143" y="50"/>
                  </a:lnTo>
                  <a:lnTo>
                    <a:pt x="149" y="45"/>
                  </a:lnTo>
                  <a:lnTo>
                    <a:pt x="151" y="36"/>
                  </a:lnTo>
                  <a:lnTo>
                    <a:pt x="154" y="31"/>
                  </a:lnTo>
                  <a:lnTo>
                    <a:pt x="157" y="22"/>
                  </a:lnTo>
                  <a:lnTo>
                    <a:pt x="160" y="17"/>
                  </a:lnTo>
                  <a:lnTo>
                    <a:pt x="163" y="8"/>
                  </a:lnTo>
                  <a:lnTo>
                    <a:pt x="163" y="0"/>
                  </a:lnTo>
                  <a:lnTo>
                    <a:pt x="151" y="0"/>
                  </a:lnTo>
                  <a:lnTo>
                    <a:pt x="151" y="6"/>
                  </a:lnTo>
                  <a:lnTo>
                    <a:pt x="151" y="14"/>
                  </a:lnTo>
                  <a:lnTo>
                    <a:pt x="149" y="19"/>
                  </a:lnTo>
                  <a:lnTo>
                    <a:pt x="146" y="25"/>
                  </a:lnTo>
                  <a:lnTo>
                    <a:pt x="143" y="33"/>
                  </a:lnTo>
                  <a:lnTo>
                    <a:pt x="140" y="39"/>
                  </a:lnTo>
                  <a:lnTo>
                    <a:pt x="137" y="45"/>
                  </a:lnTo>
                  <a:lnTo>
                    <a:pt x="131" y="50"/>
                  </a:lnTo>
                  <a:lnTo>
                    <a:pt x="125" y="53"/>
                  </a:lnTo>
                  <a:lnTo>
                    <a:pt x="120" y="58"/>
                  </a:lnTo>
                  <a:lnTo>
                    <a:pt x="115" y="60"/>
                  </a:lnTo>
                  <a:lnTo>
                    <a:pt x="109" y="63"/>
                  </a:lnTo>
                  <a:lnTo>
                    <a:pt x="103" y="66"/>
                  </a:lnTo>
                  <a:lnTo>
                    <a:pt x="95" y="66"/>
                  </a:lnTo>
                  <a:lnTo>
                    <a:pt x="89" y="69"/>
                  </a:lnTo>
                  <a:lnTo>
                    <a:pt x="80" y="69"/>
                  </a:lnTo>
                  <a:lnTo>
                    <a:pt x="74" y="69"/>
                  </a:lnTo>
                  <a:lnTo>
                    <a:pt x="66" y="66"/>
                  </a:lnTo>
                  <a:lnTo>
                    <a:pt x="60" y="66"/>
                  </a:lnTo>
                  <a:lnTo>
                    <a:pt x="54" y="63"/>
                  </a:lnTo>
                  <a:lnTo>
                    <a:pt x="45" y="60"/>
                  </a:lnTo>
                  <a:lnTo>
                    <a:pt x="40" y="58"/>
                  </a:lnTo>
                  <a:lnTo>
                    <a:pt x="35" y="53"/>
                  </a:lnTo>
                  <a:lnTo>
                    <a:pt x="29" y="50"/>
                  </a:lnTo>
                  <a:lnTo>
                    <a:pt x="26" y="45"/>
                  </a:lnTo>
                  <a:lnTo>
                    <a:pt x="20" y="39"/>
                  </a:lnTo>
                  <a:lnTo>
                    <a:pt x="17" y="33"/>
                  </a:lnTo>
                  <a:lnTo>
                    <a:pt x="14" y="25"/>
                  </a:lnTo>
                  <a:lnTo>
                    <a:pt x="12" y="19"/>
                  </a:lnTo>
                  <a:lnTo>
                    <a:pt x="12" y="14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B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5"/>
            <p:cNvSpPr/>
            <p:nvPr/>
          </p:nvSpPr>
          <p:spPr>
            <a:xfrm>
              <a:off x="4859" y="3728"/>
              <a:ext cx="143" cy="69"/>
            </a:xfrm>
            <a:custGeom>
              <a:rect b="b" l="l" r="r" t="t"/>
              <a:pathLst>
                <a:path extrusionOk="0" h="69" w="143">
                  <a:moveTo>
                    <a:pt x="0" y="68"/>
                  </a:moveTo>
                  <a:lnTo>
                    <a:pt x="0" y="60"/>
                  </a:lnTo>
                  <a:lnTo>
                    <a:pt x="3" y="54"/>
                  </a:lnTo>
                  <a:lnTo>
                    <a:pt x="3" y="46"/>
                  </a:lnTo>
                  <a:lnTo>
                    <a:pt x="6" y="41"/>
                  </a:lnTo>
                  <a:lnTo>
                    <a:pt x="9" y="36"/>
                  </a:lnTo>
                  <a:lnTo>
                    <a:pt x="12" y="30"/>
                  </a:lnTo>
                  <a:lnTo>
                    <a:pt x="17" y="25"/>
                  </a:lnTo>
                  <a:lnTo>
                    <a:pt x="20" y="19"/>
                  </a:lnTo>
                  <a:lnTo>
                    <a:pt x="26" y="14"/>
                  </a:lnTo>
                  <a:lnTo>
                    <a:pt x="31" y="11"/>
                  </a:lnTo>
                  <a:lnTo>
                    <a:pt x="36" y="8"/>
                  </a:lnTo>
                  <a:lnTo>
                    <a:pt x="45" y="6"/>
                  </a:lnTo>
                  <a:lnTo>
                    <a:pt x="51" y="3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1" y="0"/>
                  </a:lnTo>
                  <a:lnTo>
                    <a:pt x="80" y="0"/>
                  </a:lnTo>
                  <a:lnTo>
                    <a:pt x="85" y="0"/>
                  </a:lnTo>
                  <a:lnTo>
                    <a:pt x="94" y="3"/>
                  </a:lnTo>
                  <a:lnTo>
                    <a:pt x="100" y="6"/>
                  </a:lnTo>
                  <a:lnTo>
                    <a:pt x="106" y="8"/>
                  </a:lnTo>
                  <a:lnTo>
                    <a:pt x="110" y="11"/>
                  </a:lnTo>
                  <a:lnTo>
                    <a:pt x="116" y="14"/>
                  </a:lnTo>
                  <a:lnTo>
                    <a:pt x="122" y="19"/>
                  </a:lnTo>
                  <a:lnTo>
                    <a:pt x="128" y="25"/>
                  </a:lnTo>
                  <a:lnTo>
                    <a:pt x="130" y="30"/>
                  </a:lnTo>
                  <a:lnTo>
                    <a:pt x="133" y="36"/>
                  </a:lnTo>
                  <a:lnTo>
                    <a:pt x="136" y="41"/>
                  </a:lnTo>
                  <a:lnTo>
                    <a:pt x="139" y="46"/>
                  </a:lnTo>
                  <a:lnTo>
                    <a:pt x="142" y="54"/>
                  </a:lnTo>
                  <a:lnTo>
                    <a:pt x="142" y="60"/>
                  </a:lnTo>
                  <a:lnTo>
                    <a:pt x="142" y="68"/>
                  </a:lnTo>
                  <a:lnTo>
                    <a:pt x="133" y="68"/>
                  </a:lnTo>
                  <a:lnTo>
                    <a:pt x="133" y="60"/>
                  </a:lnTo>
                  <a:lnTo>
                    <a:pt x="133" y="54"/>
                  </a:lnTo>
                  <a:lnTo>
                    <a:pt x="130" y="49"/>
                  </a:lnTo>
                  <a:lnTo>
                    <a:pt x="128" y="43"/>
                  </a:lnTo>
                  <a:lnTo>
                    <a:pt x="128" y="39"/>
                  </a:lnTo>
                  <a:lnTo>
                    <a:pt x="122" y="33"/>
                  </a:lnTo>
                  <a:lnTo>
                    <a:pt x="119" y="30"/>
                  </a:lnTo>
                  <a:lnTo>
                    <a:pt x="116" y="25"/>
                  </a:lnTo>
                  <a:lnTo>
                    <a:pt x="110" y="22"/>
                  </a:lnTo>
                  <a:lnTo>
                    <a:pt x="108" y="19"/>
                  </a:lnTo>
                  <a:lnTo>
                    <a:pt x="103" y="14"/>
                  </a:lnTo>
                  <a:lnTo>
                    <a:pt x="97" y="11"/>
                  </a:lnTo>
                  <a:lnTo>
                    <a:pt x="91" y="11"/>
                  </a:lnTo>
                  <a:lnTo>
                    <a:pt x="85" y="8"/>
                  </a:lnTo>
                  <a:lnTo>
                    <a:pt x="80" y="8"/>
                  </a:lnTo>
                  <a:lnTo>
                    <a:pt x="71" y="8"/>
                  </a:lnTo>
                  <a:lnTo>
                    <a:pt x="65" y="8"/>
                  </a:lnTo>
                  <a:lnTo>
                    <a:pt x="59" y="8"/>
                  </a:lnTo>
                  <a:lnTo>
                    <a:pt x="54" y="11"/>
                  </a:lnTo>
                  <a:lnTo>
                    <a:pt x="48" y="11"/>
                  </a:lnTo>
                  <a:lnTo>
                    <a:pt x="42" y="14"/>
                  </a:lnTo>
                  <a:lnTo>
                    <a:pt x="36" y="19"/>
                  </a:lnTo>
                  <a:lnTo>
                    <a:pt x="31" y="22"/>
                  </a:lnTo>
                  <a:lnTo>
                    <a:pt x="28" y="25"/>
                  </a:lnTo>
                  <a:lnTo>
                    <a:pt x="23" y="30"/>
                  </a:lnTo>
                  <a:lnTo>
                    <a:pt x="20" y="33"/>
                  </a:lnTo>
                  <a:lnTo>
                    <a:pt x="17" y="39"/>
                  </a:lnTo>
                  <a:lnTo>
                    <a:pt x="14" y="43"/>
                  </a:lnTo>
                  <a:lnTo>
                    <a:pt x="12" y="49"/>
                  </a:lnTo>
                  <a:lnTo>
                    <a:pt x="12" y="54"/>
                  </a:lnTo>
                  <a:lnTo>
                    <a:pt x="9" y="60"/>
                  </a:lnTo>
                  <a:lnTo>
                    <a:pt x="9" y="68"/>
                  </a:lnTo>
                  <a:lnTo>
                    <a:pt x="0" y="68"/>
                  </a:lnTo>
                </a:path>
              </a:pathLst>
            </a:custGeom>
            <a:solidFill>
              <a:srgbClr val="FFED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4859" y="3802"/>
              <a:ext cx="143" cy="69"/>
            </a:xfrm>
            <a:custGeom>
              <a:rect b="b" l="l" r="r" t="t"/>
              <a:pathLst>
                <a:path extrusionOk="0" h="69" w="143">
                  <a:moveTo>
                    <a:pt x="0" y="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3" y="14"/>
                  </a:lnTo>
                  <a:lnTo>
                    <a:pt x="3" y="19"/>
                  </a:lnTo>
                  <a:lnTo>
                    <a:pt x="6" y="25"/>
                  </a:lnTo>
                  <a:lnTo>
                    <a:pt x="9" y="33"/>
                  </a:lnTo>
                  <a:lnTo>
                    <a:pt x="12" y="39"/>
                  </a:lnTo>
                  <a:lnTo>
                    <a:pt x="17" y="44"/>
                  </a:lnTo>
                  <a:lnTo>
                    <a:pt x="20" y="50"/>
                  </a:lnTo>
                  <a:lnTo>
                    <a:pt x="26" y="52"/>
                  </a:lnTo>
                  <a:lnTo>
                    <a:pt x="31" y="57"/>
                  </a:lnTo>
                  <a:lnTo>
                    <a:pt x="36" y="60"/>
                  </a:lnTo>
                  <a:lnTo>
                    <a:pt x="45" y="62"/>
                  </a:lnTo>
                  <a:lnTo>
                    <a:pt x="51" y="65"/>
                  </a:lnTo>
                  <a:lnTo>
                    <a:pt x="57" y="65"/>
                  </a:lnTo>
                  <a:lnTo>
                    <a:pt x="65" y="68"/>
                  </a:lnTo>
                  <a:lnTo>
                    <a:pt x="71" y="68"/>
                  </a:lnTo>
                  <a:lnTo>
                    <a:pt x="80" y="68"/>
                  </a:lnTo>
                  <a:lnTo>
                    <a:pt x="85" y="65"/>
                  </a:lnTo>
                  <a:lnTo>
                    <a:pt x="94" y="65"/>
                  </a:lnTo>
                  <a:lnTo>
                    <a:pt x="100" y="62"/>
                  </a:lnTo>
                  <a:lnTo>
                    <a:pt x="106" y="60"/>
                  </a:lnTo>
                  <a:lnTo>
                    <a:pt x="110" y="57"/>
                  </a:lnTo>
                  <a:lnTo>
                    <a:pt x="116" y="52"/>
                  </a:lnTo>
                  <a:lnTo>
                    <a:pt x="122" y="50"/>
                  </a:lnTo>
                  <a:lnTo>
                    <a:pt x="128" y="44"/>
                  </a:lnTo>
                  <a:lnTo>
                    <a:pt x="130" y="39"/>
                  </a:lnTo>
                  <a:lnTo>
                    <a:pt x="133" y="33"/>
                  </a:lnTo>
                  <a:lnTo>
                    <a:pt x="136" y="25"/>
                  </a:lnTo>
                  <a:lnTo>
                    <a:pt x="139" y="19"/>
                  </a:lnTo>
                  <a:lnTo>
                    <a:pt x="142" y="14"/>
                  </a:lnTo>
                  <a:lnTo>
                    <a:pt x="142" y="6"/>
                  </a:lnTo>
                  <a:lnTo>
                    <a:pt x="142" y="0"/>
                  </a:lnTo>
                  <a:lnTo>
                    <a:pt x="133" y="0"/>
                  </a:lnTo>
                  <a:lnTo>
                    <a:pt x="133" y="6"/>
                  </a:lnTo>
                  <a:lnTo>
                    <a:pt x="133" y="11"/>
                  </a:lnTo>
                  <a:lnTo>
                    <a:pt x="130" y="17"/>
                  </a:lnTo>
                  <a:lnTo>
                    <a:pt x="128" y="22"/>
                  </a:lnTo>
                  <a:lnTo>
                    <a:pt x="128" y="28"/>
                  </a:lnTo>
                  <a:lnTo>
                    <a:pt x="122" y="33"/>
                  </a:lnTo>
                  <a:lnTo>
                    <a:pt x="119" y="39"/>
                  </a:lnTo>
                  <a:lnTo>
                    <a:pt x="116" y="41"/>
                  </a:lnTo>
                  <a:lnTo>
                    <a:pt x="110" y="47"/>
                  </a:lnTo>
                  <a:lnTo>
                    <a:pt x="108" y="50"/>
                  </a:lnTo>
                  <a:lnTo>
                    <a:pt x="103" y="52"/>
                  </a:lnTo>
                  <a:lnTo>
                    <a:pt x="97" y="54"/>
                  </a:lnTo>
                  <a:lnTo>
                    <a:pt x="91" y="57"/>
                  </a:lnTo>
                  <a:lnTo>
                    <a:pt x="85" y="57"/>
                  </a:lnTo>
                  <a:lnTo>
                    <a:pt x="80" y="60"/>
                  </a:lnTo>
                  <a:lnTo>
                    <a:pt x="71" y="60"/>
                  </a:lnTo>
                  <a:lnTo>
                    <a:pt x="65" y="60"/>
                  </a:lnTo>
                  <a:lnTo>
                    <a:pt x="59" y="57"/>
                  </a:lnTo>
                  <a:lnTo>
                    <a:pt x="54" y="57"/>
                  </a:lnTo>
                  <a:lnTo>
                    <a:pt x="48" y="54"/>
                  </a:lnTo>
                  <a:lnTo>
                    <a:pt x="42" y="52"/>
                  </a:lnTo>
                  <a:lnTo>
                    <a:pt x="36" y="50"/>
                  </a:lnTo>
                  <a:lnTo>
                    <a:pt x="31" y="47"/>
                  </a:lnTo>
                  <a:lnTo>
                    <a:pt x="28" y="41"/>
                  </a:lnTo>
                  <a:lnTo>
                    <a:pt x="23" y="39"/>
                  </a:lnTo>
                  <a:lnTo>
                    <a:pt x="20" y="33"/>
                  </a:lnTo>
                  <a:lnTo>
                    <a:pt x="17" y="28"/>
                  </a:lnTo>
                  <a:lnTo>
                    <a:pt x="14" y="22"/>
                  </a:lnTo>
                  <a:lnTo>
                    <a:pt x="12" y="17"/>
                  </a:lnTo>
                  <a:lnTo>
                    <a:pt x="12" y="11"/>
                  </a:lnTo>
                  <a:lnTo>
                    <a:pt x="9" y="6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ED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4868" y="3737"/>
              <a:ext cx="125" cy="60"/>
            </a:xfrm>
            <a:custGeom>
              <a:rect b="b" l="l" r="r" t="t"/>
              <a:pathLst>
                <a:path extrusionOk="0" h="60" w="125">
                  <a:moveTo>
                    <a:pt x="0" y="59"/>
                  </a:moveTo>
                  <a:lnTo>
                    <a:pt x="0" y="51"/>
                  </a:lnTo>
                  <a:lnTo>
                    <a:pt x="3" y="45"/>
                  </a:lnTo>
                  <a:lnTo>
                    <a:pt x="3" y="40"/>
                  </a:lnTo>
                  <a:lnTo>
                    <a:pt x="6" y="34"/>
                  </a:lnTo>
                  <a:lnTo>
                    <a:pt x="9" y="30"/>
                  </a:lnTo>
                  <a:lnTo>
                    <a:pt x="11" y="25"/>
                  </a:lnTo>
                  <a:lnTo>
                    <a:pt x="14" y="22"/>
                  </a:lnTo>
                  <a:lnTo>
                    <a:pt x="19" y="16"/>
                  </a:lnTo>
                  <a:lnTo>
                    <a:pt x="22" y="14"/>
                  </a:lnTo>
                  <a:lnTo>
                    <a:pt x="28" y="11"/>
                  </a:lnTo>
                  <a:lnTo>
                    <a:pt x="33" y="5"/>
                  </a:lnTo>
                  <a:lnTo>
                    <a:pt x="39" y="3"/>
                  </a:lnTo>
                  <a:lnTo>
                    <a:pt x="45" y="3"/>
                  </a:lnTo>
                  <a:lnTo>
                    <a:pt x="51" y="0"/>
                  </a:lnTo>
                  <a:lnTo>
                    <a:pt x="56" y="0"/>
                  </a:lnTo>
                  <a:lnTo>
                    <a:pt x="62" y="0"/>
                  </a:lnTo>
                  <a:lnTo>
                    <a:pt x="71" y="0"/>
                  </a:lnTo>
                  <a:lnTo>
                    <a:pt x="76" y="0"/>
                  </a:lnTo>
                  <a:lnTo>
                    <a:pt x="82" y="3"/>
                  </a:lnTo>
                  <a:lnTo>
                    <a:pt x="88" y="3"/>
                  </a:lnTo>
                  <a:lnTo>
                    <a:pt x="93" y="5"/>
                  </a:lnTo>
                  <a:lnTo>
                    <a:pt x="99" y="11"/>
                  </a:lnTo>
                  <a:lnTo>
                    <a:pt x="101" y="14"/>
                  </a:lnTo>
                  <a:lnTo>
                    <a:pt x="107" y="16"/>
                  </a:lnTo>
                  <a:lnTo>
                    <a:pt x="110" y="22"/>
                  </a:lnTo>
                  <a:lnTo>
                    <a:pt x="113" y="25"/>
                  </a:lnTo>
                  <a:lnTo>
                    <a:pt x="118" y="30"/>
                  </a:lnTo>
                  <a:lnTo>
                    <a:pt x="118" y="34"/>
                  </a:lnTo>
                  <a:lnTo>
                    <a:pt x="121" y="40"/>
                  </a:lnTo>
                  <a:lnTo>
                    <a:pt x="124" y="45"/>
                  </a:lnTo>
                  <a:lnTo>
                    <a:pt x="124" y="51"/>
                  </a:lnTo>
                  <a:lnTo>
                    <a:pt x="124" y="59"/>
                  </a:lnTo>
                  <a:lnTo>
                    <a:pt x="115" y="59"/>
                  </a:lnTo>
                  <a:lnTo>
                    <a:pt x="115" y="48"/>
                  </a:lnTo>
                  <a:lnTo>
                    <a:pt x="113" y="37"/>
                  </a:lnTo>
                  <a:lnTo>
                    <a:pt x="107" y="30"/>
                  </a:lnTo>
                  <a:lnTo>
                    <a:pt x="101" y="22"/>
                  </a:lnTo>
                  <a:lnTo>
                    <a:pt x="93" y="16"/>
                  </a:lnTo>
                  <a:lnTo>
                    <a:pt x="85" y="11"/>
                  </a:lnTo>
                  <a:lnTo>
                    <a:pt x="73" y="8"/>
                  </a:lnTo>
                  <a:lnTo>
                    <a:pt x="62" y="8"/>
                  </a:lnTo>
                  <a:lnTo>
                    <a:pt x="51" y="8"/>
                  </a:lnTo>
                  <a:lnTo>
                    <a:pt x="42" y="11"/>
                  </a:lnTo>
                  <a:lnTo>
                    <a:pt x="33" y="16"/>
                  </a:lnTo>
                  <a:lnTo>
                    <a:pt x="25" y="22"/>
                  </a:lnTo>
                  <a:lnTo>
                    <a:pt x="19" y="30"/>
                  </a:lnTo>
                  <a:lnTo>
                    <a:pt x="14" y="37"/>
                  </a:lnTo>
                  <a:lnTo>
                    <a:pt x="11" y="48"/>
                  </a:lnTo>
                  <a:lnTo>
                    <a:pt x="9" y="59"/>
                  </a:lnTo>
                  <a:lnTo>
                    <a:pt x="0" y="59"/>
                  </a:lnTo>
                </a:path>
              </a:pathLst>
            </a:custGeom>
            <a:solidFill>
              <a:srgbClr val="FFF0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5"/>
            <p:cNvSpPr/>
            <p:nvPr/>
          </p:nvSpPr>
          <p:spPr>
            <a:xfrm>
              <a:off x="4868" y="3802"/>
              <a:ext cx="125" cy="60"/>
            </a:xfrm>
            <a:custGeom>
              <a:rect b="b" l="l" r="r" t="t"/>
              <a:pathLst>
                <a:path extrusionOk="0" h="60" w="125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3" y="11"/>
                  </a:lnTo>
                  <a:lnTo>
                    <a:pt x="3" y="16"/>
                  </a:lnTo>
                  <a:lnTo>
                    <a:pt x="6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4" y="38"/>
                  </a:lnTo>
                  <a:lnTo>
                    <a:pt x="19" y="41"/>
                  </a:lnTo>
                  <a:lnTo>
                    <a:pt x="22" y="46"/>
                  </a:lnTo>
                  <a:lnTo>
                    <a:pt x="28" y="49"/>
                  </a:lnTo>
                  <a:lnTo>
                    <a:pt x="33" y="52"/>
                  </a:lnTo>
                  <a:lnTo>
                    <a:pt x="39" y="54"/>
                  </a:lnTo>
                  <a:lnTo>
                    <a:pt x="45" y="56"/>
                  </a:lnTo>
                  <a:lnTo>
                    <a:pt x="51" y="56"/>
                  </a:lnTo>
                  <a:lnTo>
                    <a:pt x="56" y="59"/>
                  </a:lnTo>
                  <a:lnTo>
                    <a:pt x="62" y="59"/>
                  </a:lnTo>
                  <a:lnTo>
                    <a:pt x="71" y="59"/>
                  </a:lnTo>
                  <a:lnTo>
                    <a:pt x="76" y="56"/>
                  </a:lnTo>
                  <a:lnTo>
                    <a:pt x="82" y="56"/>
                  </a:lnTo>
                  <a:lnTo>
                    <a:pt x="88" y="54"/>
                  </a:lnTo>
                  <a:lnTo>
                    <a:pt x="93" y="52"/>
                  </a:lnTo>
                  <a:lnTo>
                    <a:pt x="99" y="49"/>
                  </a:lnTo>
                  <a:lnTo>
                    <a:pt x="101" y="46"/>
                  </a:lnTo>
                  <a:lnTo>
                    <a:pt x="107" y="41"/>
                  </a:lnTo>
                  <a:lnTo>
                    <a:pt x="110" y="38"/>
                  </a:lnTo>
                  <a:lnTo>
                    <a:pt x="113" y="33"/>
                  </a:lnTo>
                  <a:lnTo>
                    <a:pt x="118" y="27"/>
                  </a:lnTo>
                  <a:lnTo>
                    <a:pt x="118" y="22"/>
                  </a:lnTo>
                  <a:lnTo>
                    <a:pt x="121" y="16"/>
                  </a:lnTo>
                  <a:lnTo>
                    <a:pt x="124" y="11"/>
                  </a:lnTo>
                  <a:lnTo>
                    <a:pt x="124" y="5"/>
                  </a:lnTo>
                  <a:lnTo>
                    <a:pt x="124" y="0"/>
                  </a:lnTo>
                  <a:lnTo>
                    <a:pt x="115" y="0"/>
                  </a:lnTo>
                  <a:lnTo>
                    <a:pt x="115" y="11"/>
                  </a:lnTo>
                  <a:lnTo>
                    <a:pt x="113" y="19"/>
                  </a:lnTo>
                  <a:lnTo>
                    <a:pt x="107" y="27"/>
                  </a:lnTo>
                  <a:lnTo>
                    <a:pt x="101" y="35"/>
                  </a:lnTo>
                  <a:lnTo>
                    <a:pt x="93" y="41"/>
                  </a:lnTo>
                  <a:lnTo>
                    <a:pt x="85" y="46"/>
                  </a:lnTo>
                  <a:lnTo>
                    <a:pt x="73" y="49"/>
                  </a:lnTo>
                  <a:lnTo>
                    <a:pt x="62" y="52"/>
                  </a:lnTo>
                  <a:lnTo>
                    <a:pt x="51" y="49"/>
                  </a:lnTo>
                  <a:lnTo>
                    <a:pt x="42" y="46"/>
                  </a:lnTo>
                  <a:lnTo>
                    <a:pt x="33" y="41"/>
                  </a:lnTo>
                  <a:lnTo>
                    <a:pt x="25" y="35"/>
                  </a:lnTo>
                  <a:lnTo>
                    <a:pt x="19" y="27"/>
                  </a:lnTo>
                  <a:lnTo>
                    <a:pt x="14" y="19"/>
                  </a:lnTo>
                  <a:lnTo>
                    <a:pt x="11" y="11"/>
                  </a:ln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solidFill>
              <a:srgbClr val="FFF0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4877" y="3746"/>
              <a:ext cx="107" cy="51"/>
            </a:xfrm>
            <a:custGeom>
              <a:rect b="b" l="l" r="r" t="t"/>
              <a:pathLst>
                <a:path extrusionOk="0" h="51" w="107">
                  <a:moveTo>
                    <a:pt x="0" y="50"/>
                  </a:moveTo>
                  <a:lnTo>
                    <a:pt x="3" y="39"/>
                  </a:lnTo>
                  <a:lnTo>
                    <a:pt x="6" y="29"/>
                  </a:lnTo>
                  <a:lnTo>
                    <a:pt x="10" y="21"/>
                  </a:lnTo>
                  <a:lnTo>
                    <a:pt x="16" y="13"/>
                  </a:lnTo>
                  <a:lnTo>
                    <a:pt x="25" y="8"/>
                  </a:lnTo>
                  <a:lnTo>
                    <a:pt x="33" y="3"/>
                  </a:lnTo>
                  <a:lnTo>
                    <a:pt x="42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6" y="3"/>
                  </a:lnTo>
                  <a:lnTo>
                    <a:pt x="84" y="8"/>
                  </a:lnTo>
                  <a:lnTo>
                    <a:pt x="92" y="13"/>
                  </a:lnTo>
                  <a:lnTo>
                    <a:pt x="97" y="21"/>
                  </a:lnTo>
                  <a:lnTo>
                    <a:pt x="103" y="29"/>
                  </a:lnTo>
                  <a:lnTo>
                    <a:pt x="106" y="39"/>
                  </a:lnTo>
                  <a:lnTo>
                    <a:pt x="106" y="50"/>
                  </a:lnTo>
                  <a:lnTo>
                    <a:pt x="97" y="50"/>
                  </a:lnTo>
                  <a:lnTo>
                    <a:pt x="97" y="42"/>
                  </a:lnTo>
                  <a:lnTo>
                    <a:pt x="95" y="34"/>
                  </a:lnTo>
                  <a:lnTo>
                    <a:pt x="90" y="26"/>
                  </a:lnTo>
                  <a:lnTo>
                    <a:pt x="84" y="21"/>
                  </a:lnTo>
                  <a:lnTo>
                    <a:pt x="79" y="16"/>
                  </a:lnTo>
                  <a:lnTo>
                    <a:pt x="70" y="11"/>
                  </a:lnTo>
                  <a:lnTo>
                    <a:pt x="62" y="8"/>
                  </a:lnTo>
                  <a:lnTo>
                    <a:pt x="53" y="8"/>
                  </a:lnTo>
                  <a:lnTo>
                    <a:pt x="44" y="8"/>
                  </a:lnTo>
                  <a:lnTo>
                    <a:pt x="36" y="11"/>
                  </a:lnTo>
                  <a:lnTo>
                    <a:pt x="27" y="16"/>
                  </a:lnTo>
                  <a:lnTo>
                    <a:pt x="22" y="21"/>
                  </a:lnTo>
                  <a:lnTo>
                    <a:pt x="16" y="26"/>
                  </a:lnTo>
                  <a:lnTo>
                    <a:pt x="13" y="34"/>
                  </a:lnTo>
                  <a:lnTo>
                    <a:pt x="10" y="42"/>
                  </a:lnTo>
                  <a:lnTo>
                    <a:pt x="10" y="50"/>
                  </a:lnTo>
                  <a:lnTo>
                    <a:pt x="0" y="50"/>
                  </a:lnTo>
                </a:path>
              </a:pathLst>
            </a:custGeom>
            <a:solidFill>
              <a:srgbClr val="FFF2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4877" y="3802"/>
              <a:ext cx="107" cy="52"/>
            </a:xfrm>
            <a:custGeom>
              <a:rect b="b" l="l" r="r" t="t"/>
              <a:pathLst>
                <a:path extrusionOk="0" h="52" w="107">
                  <a:moveTo>
                    <a:pt x="0" y="0"/>
                  </a:moveTo>
                  <a:lnTo>
                    <a:pt x="0" y="0"/>
                  </a:lnTo>
                  <a:lnTo>
                    <a:pt x="3" y="11"/>
                  </a:lnTo>
                  <a:lnTo>
                    <a:pt x="6" y="19"/>
                  </a:lnTo>
                  <a:lnTo>
                    <a:pt x="10" y="27"/>
                  </a:lnTo>
                  <a:lnTo>
                    <a:pt x="16" y="35"/>
                  </a:lnTo>
                  <a:lnTo>
                    <a:pt x="25" y="40"/>
                  </a:lnTo>
                  <a:lnTo>
                    <a:pt x="33" y="46"/>
                  </a:lnTo>
                  <a:lnTo>
                    <a:pt x="42" y="48"/>
                  </a:lnTo>
                  <a:lnTo>
                    <a:pt x="53" y="51"/>
                  </a:lnTo>
                  <a:lnTo>
                    <a:pt x="64" y="48"/>
                  </a:lnTo>
                  <a:lnTo>
                    <a:pt x="76" y="46"/>
                  </a:lnTo>
                  <a:lnTo>
                    <a:pt x="84" y="40"/>
                  </a:lnTo>
                  <a:lnTo>
                    <a:pt x="92" y="35"/>
                  </a:lnTo>
                  <a:lnTo>
                    <a:pt x="97" y="27"/>
                  </a:lnTo>
                  <a:lnTo>
                    <a:pt x="103" y="19"/>
                  </a:lnTo>
                  <a:lnTo>
                    <a:pt x="106" y="11"/>
                  </a:lnTo>
                  <a:lnTo>
                    <a:pt x="106" y="0"/>
                  </a:lnTo>
                  <a:lnTo>
                    <a:pt x="97" y="0"/>
                  </a:lnTo>
                  <a:lnTo>
                    <a:pt x="97" y="8"/>
                  </a:lnTo>
                  <a:lnTo>
                    <a:pt x="95" y="16"/>
                  </a:lnTo>
                  <a:lnTo>
                    <a:pt x="90" y="24"/>
                  </a:lnTo>
                  <a:lnTo>
                    <a:pt x="84" y="30"/>
                  </a:lnTo>
                  <a:lnTo>
                    <a:pt x="79" y="35"/>
                  </a:lnTo>
                  <a:lnTo>
                    <a:pt x="70" y="38"/>
                  </a:lnTo>
                  <a:lnTo>
                    <a:pt x="62" y="40"/>
                  </a:lnTo>
                  <a:lnTo>
                    <a:pt x="53" y="40"/>
                  </a:lnTo>
                  <a:lnTo>
                    <a:pt x="44" y="40"/>
                  </a:lnTo>
                  <a:lnTo>
                    <a:pt x="36" y="38"/>
                  </a:lnTo>
                  <a:lnTo>
                    <a:pt x="27" y="35"/>
                  </a:lnTo>
                  <a:lnTo>
                    <a:pt x="22" y="30"/>
                  </a:lnTo>
                  <a:lnTo>
                    <a:pt x="16" y="24"/>
                  </a:lnTo>
                  <a:lnTo>
                    <a:pt x="13" y="16"/>
                  </a:lnTo>
                  <a:lnTo>
                    <a:pt x="10" y="8"/>
                  </a:lnTo>
                  <a:lnTo>
                    <a:pt x="10" y="0"/>
                  </a:lnTo>
                  <a:lnTo>
                    <a:pt x="0" y="0"/>
                  </a:lnTo>
                </a:path>
              </a:pathLst>
            </a:custGeom>
            <a:solidFill>
              <a:srgbClr val="FFF2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4888" y="3755"/>
              <a:ext cx="87" cy="42"/>
            </a:xfrm>
            <a:custGeom>
              <a:rect b="b" l="l" r="r" t="t"/>
              <a:pathLst>
                <a:path extrusionOk="0" h="42" w="87">
                  <a:moveTo>
                    <a:pt x="0" y="41"/>
                  </a:moveTo>
                  <a:lnTo>
                    <a:pt x="0" y="33"/>
                  </a:lnTo>
                  <a:lnTo>
                    <a:pt x="3" y="25"/>
                  </a:lnTo>
                  <a:lnTo>
                    <a:pt x="6" y="17"/>
                  </a:lnTo>
                  <a:lnTo>
                    <a:pt x="11" y="13"/>
                  </a:lnTo>
                  <a:lnTo>
                    <a:pt x="17" y="8"/>
                  </a:lnTo>
                  <a:lnTo>
                    <a:pt x="25" y="3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50" y="0"/>
                  </a:lnTo>
                  <a:lnTo>
                    <a:pt x="59" y="3"/>
                  </a:lnTo>
                  <a:lnTo>
                    <a:pt x="67" y="8"/>
                  </a:lnTo>
                  <a:lnTo>
                    <a:pt x="73" y="13"/>
                  </a:lnTo>
                  <a:lnTo>
                    <a:pt x="79" y="17"/>
                  </a:lnTo>
                  <a:lnTo>
                    <a:pt x="83" y="25"/>
                  </a:lnTo>
                  <a:lnTo>
                    <a:pt x="86" y="33"/>
                  </a:lnTo>
                  <a:lnTo>
                    <a:pt x="86" y="41"/>
                  </a:lnTo>
                  <a:lnTo>
                    <a:pt x="79" y="41"/>
                  </a:lnTo>
                  <a:lnTo>
                    <a:pt x="79" y="33"/>
                  </a:lnTo>
                  <a:lnTo>
                    <a:pt x="76" y="28"/>
                  </a:lnTo>
                  <a:lnTo>
                    <a:pt x="73" y="23"/>
                  </a:lnTo>
                  <a:lnTo>
                    <a:pt x="67" y="17"/>
                  </a:lnTo>
                  <a:lnTo>
                    <a:pt x="62" y="13"/>
                  </a:lnTo>
                  <a:lnTo>
                    <a:pt x="56" y="10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6" y="8"/>
                  </a:lnTo>
                  <a:lnTo>
                    <a:pt x="28" y="10"/>
                  </a:lnTo>
                  <a:lnTo>
                    <a:pt x="22" y="13"/>
                  </a:lnTo>
                  <a:lnTo>
                    <a:pt x="17" y="17"/>
                  </a:lnTo>
                  <a:lnTo>
                    <a:pt x="14" y="23"/>
                  </a:lnTo>
                  <a:lnTo>
                    <a:pt x="11" y="28"/>
                  </a:lnTo>
                  <a:lnTo>
                    <a:pt x="8" y="33"/>
                  </a:lnTo>
                  <a:lnTo>
                    <a:pt x="8" y="41"/>
                  </a:lnTo>
                  <a:lnTo>
                    <a:pt x="0" y="41"/>
                  </a:lnTo>
                </a:path>
              </a:pathLst>
            </a:custGeom>
            <a:solidFill>
              <a:srgbClr val="FFF5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5"/>
            <p:cNvSpPr/>
            <p:nvPr/>
          </p:nvSpPr>
          <p:spPr>
            <a:xfrm>
              <a:off x="4888" y="3802"/>
              <a:ext cx="87" cy="40"/>
            </a:xfrm>
            <a:custGeom>
              <a:rect b="b" l="l" r="r" t="t"/>
              <a:pathLst>
                <a:path extrusionOk="0" h="40" w="87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3" y="16"/>
                  </a:lnTo>
                  <a:lnTo>
                    <a:pt x="6" y="23"/>
                  </a:lnTo>
                  <a:lnTo>
                    <a:pt x="11" y="29"/>
                  </a:lnTo>
                  <a:lnTo>
                    <a:pt x="17" y="34"/>
                  </a:lnTo>
                  <a:lnTo>
                    <a:pt x="25" y="36"/>
                  </a:lnTo>
                  <a:lnTo>
                    <a:pt x="34" y="39"/>
                  </a:lnTo>
                  <a:lnTo>
                    <a:pt x="42" y="39"/>
                  </a:lnTo>
                  <a:lnTo>
                    <a:pt x="50" y="39"/>
                  </a:lnTo>
                  <a:lnTo>
                    <a:pt x="59" y="36"/>
                  </a:lnTo>
                  <a:lnTo>
                    <a:pt x="67" y="34"/>
                  </a:lnTo>
                  <a:lnTo>
                    <a:pt x="73" y="29"/>
                  </a:lnTo>
                  <a:lnTo>
                    <a:pt x="79" y="23"/>
                  </a:lnTo>
                  <a:lnTo>
                    <a:pt x="83" y="16"/>
                  </a:lnTo>
                  <a:lnTo>
                    <a:pt x="86" y="8"/>
                  </a:lnTo>
                  <a:lnTo>
                    <a:pt x="86" y="0"/>
                  </a:lnTo>
                  <a:lnTo>
                    <a:pt x="79" y="0"/>
                  </a:lnTo>
                  <a:lnTo>
                    <a:pt x="79" y="5"/>
                  </a:lnTo>
                  <a:lnTo>
                    <a:pt x="76" y="13"/>
                  </a:lnTo>
                  <a:lnTo>
                    <a:pt x="73" y="18"/>
                  </a:lnTo>
                  <a:lnTo>
                    <a:pt x="67" y="23"/>
                  </a:lnTo>
                  <a:lnTo>
                    <a:pt x="62" y="26"/>
                  </a:lnTo>
                  <a:lnTo>
                    <a:pt x="56" y="29"/>
                  </a:lnTo>
                  <a:lnTo>
                    <a:pt x="50" y="31"/>
                  </a:lnTo>
                  <a:lnTo>
                    <a:pt x="42" y="31"/>
                  </a:lnTo>
                  <a:lnTo>
                    <a:pt x="36" y="31"/>
                  </a:lnTo>
                  <a:lnTo>
                    <a:pt x="28" y="29"/>
                  </a:lnTo>
                  <a:lnTo>
                    <a:pt x="22" y="26"/>
                  </a:lnTo>
                  <a:lnTo>
                    <a:pt x="17" y="23"/>
                  </a:lnTo>
                  <a:lnTo>
                    <a:pt x="14" y="18"/>
                  </a:lnTo>
                  <a:lnTo>
                    <a:pt x="11" y="13"/>
                  </a:lnTo>
                  <a:lnTo>
                    <a:pt x="8" y="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5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4897" y="3764"/>
              <a:ext cx="70" cy="33"/>
            </a:xfrm>
            <a:custGeom>
              <a:rect b="b" l="l" r="r" t="t"/>
              <a:pathLst>
                <a:path extrusionOk="0" h="33" w="70">
                  <a:moveTo>
                    <a:pt x="0" y="32"/>
                  </a:moveTo>
                  <a:lnTo>
                    <a:pt x="0" y="24"/>
                  </a:lnTo>
                  <a:lnTo>
                    <a:pt x="3" y="19"/>
                  </a:lnTo>
                  <a:lnTo>
                    <a:pt x="6" y="14"/>
                  </a:lnTo>
                  <a:lnTo>
                    <a:pt x="8" y="9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41" y="0"/>
                  </a:lnTo>
                  <a:lnTo>
                    <a:pt x="47" y="3"/>
                  </a:lnTo>
                  <a:lnTo>
                    <a:pt x="52" y="5"/>
                  </a:lnTo>
                  <a:lnTo>
                    <a:pt x="58" y="9"/>
                  </a:lnTo>
                  <a:lnTo>
                    <a:pt x="63" y="14"/>
                  </a:lnTo>
                  <a:lnTo>
                    <a:pt x="66" y="19"/>
                  </a:lnTo>
                  <a:lnTo>
                    <a:pt x="69" y="24"/>
                  </a:lnTo>
                  <a:lnTo>
                    <a:pt x="69" y="32"/>
                  </a:lnTo>
                  <a:lnTo>
                    <a:pt x="61" y="32"/>
                  </a:lnTo>
                  <a:lnTo>
                    <a:pt x="58" y="27"/>
                  </a:lnTo>
                  <a:lnTo>
                    <a:pt x="58" y="22"/>
                  </a:lnTo>
                  <a:lnTo>
                    <a:pt x="55" y="17"/>
                  </a:lnTo>
                  <a:lnTo>
                    <a:pt x="52" y="14"/>
                  </a:lnTo>
                  <a:lnTo>
                    <a:pt x="50" y="12"/>
                  </a:lnTo>
                  <a:lnTo>
                    <a:pt x="44" y="9"/>
                  </a:lnTo>
                  <a:lnTo>
                    <a:pt x="39" y="9"/>
                  </a:lnTo>
                  <a:lnTo>
                    <a:pt x="33" y="8"/>
                  </a:lnTo>
                  <a:lnTo>
                    <a:pt x="28" y="9"/>
                  </a:lnTo>
                  <a:lnTo>
                    <a:pt x="25" y="9"/>
                  </a:lnTo>
                  <a:lnTo>
                    <a:pt x="19" y="12"/>
                  </a:lnTo>
                  <a:lnTo>
                    <a:pt x="17" y="14"/>
                  </a:lnTo>
                  <a:lnTo>
                    <a:pt x="11" y="17"/>
                  </a:lnTo>
                  <a:lnTo>
                    <a:pt x="8" y="22"/>
                  </a:lnTo>
                  <a:lnTo>
                    <a:pt x="8" y="27"/>
                  </a:lnTo>
                  <a:lnTo>
                    <a:pt x="8" y="32"/>
                  </a:lnTo>
                  <a:lnTo>
                    <a:pt x="0" y="32"/>
                  </a:lnTo>
                </a:path>
              </a:pathLst>
            </a:custGeom>
            <a:solidFill>
              <a:srgbClr val="FFFA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4897" y="3802"/>
              <a:ext cx="70" cy="31"/>
            </a:xfrm>
            <a:custGeom>
              <a:rect b="b" l="l" r="r" t="t"/>
              <a:pathLst>
                <a:path extrusionOk="0" h="31" w="7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3" y="13"/>
                  </a:lnTo>
                  <a:lnTo>
                    <a:pt x="6" y="18"/>
                  </a:lnTo>
                  <a:lnTo>
                    <a:pt x="8" y="23"/>
                  </a:lnTo>
                  <a:lnTo>
                    <a:pt x="14" y="25"/>
                  </a:lnTo>
                  <a:lnTo>
                    <a:pt x="19" y="28"/>
                  </a:lnTo>
                  <a:lnTo>
                    <a:pt x="28" y="30"/>
                  </a:lnTo>
                  <a:lnTo>
                    <a:pt x="33" y="30"/>
                  </a:lnTo>
                  <a:lnTo>
                    <a:pt x="41" y="30"/>
                  </a:lnTo>
                  <a:lnTo>
                    <a:pt x="47" y="28"/>
                  </a:lnTo>
                  <a:lnTo>
                    <a:pt x="52" y="25"/>
                  </a:lnTo>
                  <a:lnTo>
                    <a:pt x="58" y="23"/>
                  </a:lnTo>
                  <a:lnTo>
                    <a:pt x="63" y="18"/>
                  </a:lnTo>
                  <a:lnTo>
                    <a:pt x="66" y="13"/>
                  </a:lnTo>
                  <a:lnTo>
                    <a:pt x="69" y="5"/>
                  </a:lnTo>
                  <a:lnTo>
                    <a:pt x="69" y="0"/>
                  </a:lnTo>
                  <a:lnTo>
                    <a:pt x="61" y="0"/>
                  </a:lnTo>
                  <a:lnTo>
                    <a:pt x="58" y="5"/>
                  </a:lnTo>
                  <a:lnTo>
                    <a:pt x="58" y="8"/>
                  </a:lnTo>
                  <a:lnTo>
                    <a:pt x="55" y="13"/>
                  </a:lnTo>
                  <a:lnTo>
                    <a:pt x="52" y="15"/>
                  </a:lnTo>
                  <a:lnTo>
                    <a:pt x="50" y="20"/>
                  </a:lnTo>
                  <a:lnTo>
                    <a:pt x="44" y="23"/>
                  </a:lnTo>
                  <a:lnTo>
                    <a:pt x="39" y="23"/>
                  </a:lnTo>
                  <a:lnTo>
                    <a:pt x="33" y="23"/>
                  </a:lnTo>
                  <a:lnTo>
                    <a:pt x="28" y="23"/>
                  </a:lnTo>
                  <a:lnTo>
                    <a:pt x="25" y="23"/>
                  </a:lnTo>
                  <a:lnTo>
                    <a:pt x="19" y="20"/>
                  </a:lnTo>
                  <a:lnTo>
                    <a:pt x="17" y="15"/>
                  </a:lnTo>
                  <a:lnTo>
                    <a:pt x="11" y="13"/>
                  </a:lnTo>
                  <a:lnTo>
                    <a:pt x="8" y="8"/>
                  </a:lnTo>
                  <a:lnTo>
                    <a:pt x="8" y="5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A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5"/>
            <p:cNvSpPr/>
            <p:nvPr/>
          </p:nvSpPr>
          <p:spPr>
            <a:xfrm>
              <a:off x="4906" y="3773"/>
              <a:ext cx="52" cy="24"/>
            </a:xfrm>
            <a:custGeom>
              <a:rect b="b" l="l" r="r" t="t"/>
              <a:pathLst>
                <a:path extrusionOk="0" h="24" w="52">
                  <a:moveTo>
                    <a:pt x="0" y="23"/>
                  </a:moveTo>
                  <a:lnTo>
                    <a:pt x="0" y="18"/>
                  </a:lnTo>
                  <a:lnTo>
                    <a:pt x="0" y="13"/>
                  </a:lnTo>
                  <a:lnTo>
                    <a:pt x="3" y="9"/>
                  </a:lnTo>
                  <a:lnTo>
                    <a:pt x="8" y="6"/>
                  </a:lnTo>
                  <a:lnTo>
                    <a:pt x="11" y="4"/>
                  </a:lnTo>
                  <a:lnTo>
                    <a:pt x="16" y="2"/>
                  </a:lnTo>
                  <a:lnTo>
                    <a:pt x="19" y="2"/>
                  </a:lnTo>
                  <a:lnTo>
                    <a:pt x="24" y="0"/>
                  </a:lnTo>
                  <a:lnTo>
                    <a:pt x="30" y="2"/>
                  </a:lnTo>
                  <a:lnTo>
                    <a:pt x="35" y="2"/>
                  </a:lnTo>
                  <a:lnTo>
                    <a:pt x="40" y="4"/>
                  </a:lnTo>
                  <a:lnTo>
                    <a:pt x="43" y="6"/>
                  </a:lnTo>
                  <a:lnTo>
                    <a:pt x="46" y="9"/>
                  </a:lnTo>
                  <a:lnTo>
                    <a:pt x="48" y="13"/>
                  </a:lnTo>
                  <a:lnTo>
                    <a:pt x="48" y="18"/>
                  </a:lnTo>
                  <a:lnTo>
                    <a:pt x="51" y="23"/>
                  </a:lnTo>
                  <a:lnTo>
                    <a:pt x="40" y="23"/>
                  </a:lnTo>
                  <a:lnTo>
                    <a:pt x="40" y="21"/>
                  </a:lnTo>
                  <a:lnTo>
                    <a:pt x="40" y="16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5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4" y="9"/>
                  </a:lnTo>
                  <a:lnTo>
                    <a:pt x="21" y="9"/>
                  </a:lnTo>
                  <a:lnTo>
                    <a:pt x="19" y="9"/>
                  </a:lnTo>
                  <a:lnTo>
                    <a:pt x="16" y="11"/>
                  </a:lnTo>
                  <a:lnTo>
                    <a:pt x="13" y="11"/>
                  </a:lnTo>
                  <a:lnTo>
                    <a:pt x="11" y="13"/>
                  </a:lnTo>
                  <a:lnTo>
                    <a:pt x="8" y="16"/>
                  </a:lnTo>
                  <a:lnTo>
                    <a:pt x="8" y="21"/>
                  </a:lnTo>
                  <a:lnTo>
                    <a:pt x="8" y="23"/>
                  </a:lnTo>
                  <a:lnTo>
                    <a:pt x="0" y="23"/>
                  </a:lnTo>
                </a:path>
              </a:pathLst>
            </a:custGeom>
            <a:solidFill>
              <a:srgbClr val="FFFA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5"/>
            <p:cNvSpPr/>
            <p:nvPr/>
          </p:nvSpPr>
          <p:spPr>
            <a:xfrm>
              <a:off x="4906" y="3802"/>
              <a:ext cx="52" cy="22"/>
            </a:xfrm>
            <a:custGeom>
              <a:rect b="b" l="l" r="r" t="t"/>
              <a:pathLst>
                <a:path extrusionOk="0" h="22" w="52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3" y="12"/>
                  </a:lnTo>
                  <a:lnTo>
                    <a:pt x="8" y="14"/>
                  </a:lnTo>
                  <a:lnTo>
                    <a:pt x="11" y="19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30" y="21"/>
                  </a:lnTo>
                  <a:lnTo>
                    <a:pt x="35" y="21"/>
                  </a:lnTo>
                  <a:lnTo>
                    <a:pt x="40" y="19"/>
                  </a:lnTo>
                  <a:lnTo>
                    <a:pt x="43" y="14"/>
                  </a:lnTo>
                  <a:lnTo>
                    <a:pt x="46" y="12"/>
                  </a:lnTo>
                  <a:lnTo>
                    <a:pt x="48" y="7"/>
                  </a:lnTo>
                  <a:lnTo>
                    <a:pt x="48" y="5"/>
                  </a:lnTo>
                  <a:lnTo>
                    <a:pt x="51" y="0"/>
                  </a:lnTo>
                  <a:lnTo>
                    <a:pt x="40" y="0"/>
                  </a:lnTo>
                  <a:lnTo>
                    <a:pt x="40" y="2"/>
                  </a:lnTo>
                  <a:lnTo>
                    <a:pt x="40" y="5"/>
                  </a:lnTo>
                  <a:lnTo>
                    <a:pt x="38" y="7"/>
                  </a:lnTo>
                  <a:lnTo>
                    <a:pt x="38" y="9"/>
                  </a:lnTo>
                  <a:lnTo>
                    <a:pt x="35" y="12"/>
                  </a:lnTo>
                  <a:lnTo>
                    <a:pt x="32" y="14"/>
                  </a:lnTo>
                  <a:lnTo>
                    <a:pt x="27" y="14"/>
                  </a:lnTo>
                  <a:lnTo>
                    <a:pt x="24" y="14"/>
                  </a:lnTo>
                  <a:lnTo>
                    <a:pt x="21" y="14"/>
                  </a:lnTo>
                  <a:lnTo>
                    <a:pt x="19" y="14"/>
                  </a:lnTo>
                  <a:lnTo>
                    <a:pt x="16" y="12"/>
                  </a:lnTo>
                  <a:lnTo>
                    <a:pt x="13" y="9"/>
                  </a:lnTo>
                  <a:lnTo>
                    <a:pt x="11" y="7"/>
                  </a:lnTo>
                  <a:lnTo>
                    <a:pt x="8" y="5"/>
                  </a:lnTo>
                  <a:lnTo>
                    <a:pt x="8" y="2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A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4915" y="3784"/>
              <a:ext cx="31" cy="13"/>
            </a:xfrm>
            <a:custGeom>
              <a:rect b="b" l="l" r="r" t="t"/>
              <a:pathLst>
                <a:path extrusionOk="0" h="13" w="31">
                  <a:moveTo>
                    <a:pt x="0" y="12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3" y="4"/>
                  </a:lnTo>
                  <a:lnTo>
                    <a:pt x="5" y="2"/>
                  </a:lnTo>
                  <a:lnTo>
                    <a:pt x="8" y="2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0"/>
                  </a:lnTo>
                  <a:lnTo>
                    <a:pt x="25" y="2"/>
                  </a:lnTo>
                  <a:lnTo>
                    <a:pt x="28" y="2"/>
                  </a:lnTo>
                  <a:lnTo>
                    <a:pt x="28" y="4"/>
                  </a:lnTo>
                  <a:lnTo>
                    <a:pt x="30" y="6"/>
                  </a:lnTo>
                  <a:lnTo>
                    <a:pt x="30" y="10"/>
                  </a:lnTo>
                  <a:lnTo>
                    <a:pt x="30" y="12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0" y="8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0" y="12"/>
                  </a:lnTo>
                </a:path>
              </a:pathLst>
            </a:custGeom>
            <a:solidFill>
              <a:srgbClr val="FFFF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4915" y="3802"/>
              <a:ext cx="31" cy="13"/>
            </a:xfrm>
            <a:custGeom>
              <a:rect b="b" l="l" r="r" t="t"/>
              <a:pathLst>
                <a:path extrusionOk="0" h="13" w="31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3" y="6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0" y="12"/>
                  </a:lnTo>
                  <a:lnTo>
                    <a:pt x="13" y="12"/>
                  </a:lnTo>
                  <a:lnTo>
                    <a:pt x="15" y="12"/>
                  </a:lnTo>
                  <a:lnTo>
                    <a:pt x="18" y="12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8" y="8"/>
                  </a:lnTo>
                  <a:lnTo>
                    <a:pt x="28" y="6"/>
                  </a:lnTo>
                  <a:lnTo>
                    <a:pt x="30" y="4"/>
                  </a:lnTo>
                  <a:lnTo>
                    <a:pt x="30" y="2"/>
                  </a:lnTo>
                  <a:lnTo>
                    <a:pt x="30" y="0"/>
                  </a:lnTo>
                  <a:lnTo>
                    <a:pt x="23" y="0"/>
                  </a:lnTo>
                  <a:lnTo>
                    <a:pt x="23" y="2"/>
                  </a:lnTo>
                  <a:lnTo>
                    <a:pt x="20" y="4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3" y="6"/>
                  </a:lnTo>
                  <a:lnTo>
                    <a:pt x="10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solidFill>
              <a:srgbClr val="FFFF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5"/>
            <p:cNvSpPr/>
            <p:nvPr/>
          </p:nvSpPr>
          <p:spPr>
            <a:xfrm>
              <a:off x="4924" y="3793"/>
              <a:ext cx="13" cy="13"/>
            </a:xfrm>
            <a:custGeom>
              <a:rect b="b" l="l" r="r" t="t"/>
              <a:pathLst>
                <a:path extrusionOk="0" h="13" w="13">
                  <a:moveTo>
                    <a:pt x="12" y="6"/>
                  </a:moveTo>
                  <a:lnTo>
                    <a:pt x="12" y="4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10"/>
                  </a:lnTo>
                  <a:lnTo>
                    <a:pt x="4" y="12"/>
                  </a:lnTo>
                  <a:lnTo>
                    <a:pt x="6" y="12"/>
                  </a:lnTo>
                  <a:lnTo>
                    <a:pt x="8" y="12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2" y="6"/>
                  </a:lnTo>
                </a:path>
              </a:pathLst>
            </a:custGeom>
            <a:solidFill>
              <a:srgbClr val="FFFF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5"/>
            <p:cNvSpPr/>
            <p:nvPr/>
          </p:nvSpPr>
          <p:spPr>
            <a:xfrm>
              <a:off x="4423" y="4600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4423" y="4594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4423" y="4585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C4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5"/>
            <p:cNvSpPr/>
            <p:nvPr/>
          </p:nvSpPr>
          <p:spPr>
            <a:xfrm>
              <a:off x="4423" y="4579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C4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5"/>
            <p:cNvSpPr/>
            <p:nvPr/>
          </p:nvSpPr>
          <p:spPr>
            <a:xfrm>
              <a:off x="4423" y="4573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BD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4423" y="4567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BD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5"/>
            <p:cNvSpPr/>
            <p:nvPr/>
          </p:nvSpPr>
          <p:spPr>
            <a:xfrm>
              <a:off x="4423" y="4559"/>
              <a:ext cx="1092" cy="3"/>
            </a:xfrm>
            <a:custGeom>
              <a:rect b="b" l="l" r="r" t="t"/>
              <a:pathLst>
                <a:path extrusionOk="0" h="3" w="1092">
                  <a:moveTo>
                    <a:pt x="0" y="2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2"/>
                  </a:lnTo>
                  <a:lnTo>
                    <a:pt x="0" y="2"/>
                  </a:lnTo>
                </a:path>
              </a:pathLst>
            </a:custGeom>
            <a:solidFill>
              <a:srgbClr val="03B8F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5"/>
            <p:cNvSpPr/>
            <p:nvPr/>
          </p:nvSpPr>
          <p:spPr>
            <a:xfrm>
              <a:off x="4423" y="4553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B2E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5"/>
            <p:cNvSpPr/>
            <p:nvPr/>
          </p:nvSpPr>
          <p:spPr>
            <a:xfrm>
              <a:off x="4423" y="4547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B0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5"/>
            <p:cNvSpPr/>
            <p:nvPr/>
          </p:nvSpPr>
          <p:spPr>
            <a:xfrm>
              <a:off x="4423" y="4541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AB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5"/>
            <p:cNvSpPr/>
            <p:nvPr/>
          </p:nvSpPr>
          <p:spPr>
            <a:xfrm>
              <a:off x="4423" y="4532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A6E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35"/>
            <p:cNvSpPr/>
            <p:nvPr/>
          </p:nvSpPr>
          <p:spPr>
            <a:xfrm>
              <a:off x="4423" y="4526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A1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35"/>
            <p:cNvSpPr/>
            <p:nvPr/>
          </p:nvSpPr>
          <p:spPr>
            <a:xfrm>
              <a:off x="4423" y="4520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9ED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5"/>
            <p:cNvSpPr/>
            <p:nvPr/>
          </p:nvSpPr>
          <p:spPr>
            <a:xfrm>
              <a:off x="4423" y="4514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97D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5"/>
            <p:cNvSpPr/>
            <p:nvPr/>
          </p:nvSpPr>
          <p:spPr>
            <a:xfrm>
              <a:off x="4423" y="4505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97D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5"/>
            <p:cNvSpPr/>
            <p:nvPr/>
          </p:nvSpPr>
          <p:spPr>
            <a:xfrm>
              <a:off x="4423" y="4499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92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5"/>
            <p:cNvSpPr/>
            <p:nvPr/>
          </p:nvSpPr>
          <p:spPr>
            <a:xfrm>
              <a:off x="4423" y="4493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8FD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5"/>
            <p:cNvSpPr/>
            <p:nvPr/>
          </p:nvSpPr>
          <p:spPr>
            <a:xfrm>
              <a:off x="4423" y="4487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87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5"/>
            <p:cNvSpPr/>
            <p:nvPr/>
          </p:nvSpPr>
          <p:spPr>
            <a:xfrm>
              <a:off x="4423" y="4478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85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5"/>
            <p:cNvSpPr/>
            <p:nvPr/>
          </p:nvSpPr>
          <p:spPr>
            <a:xfrm>
              <a:off x="4423" y="4472"/>
              <a:ext cx="1092" cy="2"/>
            </a:xfrm>
            <a:custGeom>
              <a:rect b="b" l="l" r="r" t="t"/>
              <a:pathLst>
                <a:path extrusionOk="0" h="2" w="1092">
                  <a:moveTo>
                    <a:pt x="0" y="0"/>
                  </a:moveTo>
                  <a:lnTo>
                    <a:pt x="0" y="1"/>
                  </a:lnTo>
                  <a:lnTo>
                    <a:pt x="1091" y="1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82C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5"/>
            <p:cNvSpPr/>
            <p:nvPr/>
          </p:nvSpPr>
          <p:spPr>
            <a:xfrm>
              <a:off x="4423" y="4467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7BC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5"/>
            <p:cNvSpPr/>
            <p:nvPr/>
          </p:nvSpPr>
          <p:spPr>
            <a:xfrm>
              <a:off x="4423" y="4461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78C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5"/>
            <p:cNvSpPr/>
            <p:nvPr/>
          </p:nvSpPr>
          <p:spPr>
            <a:xfrm>
              <a:off x="4423" y="4452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275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5"/>
            <p:cNvSpPr/>
            <p:nvPr/>
          </p:nvSpPr>
          <p:spPr>
            <a:xfrm>
              <a:off x="4423" y="4446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70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5"/>
            <p:cNvSpPr/>
            <p:nvPr/>
          </p:nvSpPr>
          <p:spPr>
            <a:xfrm>
              <a:off x="4423" y="4440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6EB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5"/>
            <p:cNvSpPr/>
            <p:nvPr/>
          </p:nvSpPr>
          <p:spPr>
            <a:xfrm>
              <a:off x="4423" y="4434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68B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5"/>
            <p:cNvSpPr/>
            <p:nvPr/>
          </p:nvSpPr>
          <p:spPr>
            <a:xfrm>
              <a:off x="4423" y="4425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61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5"/>
            <p:cNvSpPr/>
            <p:nvPr/>
          </p:nvSpPr>
          <p:spPr>
            <a:xfrm>
              <a:off x="4423" y="4419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61B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5"/>
            <p:cNvSpPr/>
            <p:nvPr/>
          </p:nvSpPr>
          <p:spPr>
            <a:xfrm>
              <a:off x="4423" y="4413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5CA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5"/>
            <p:cNvSpPr/>
            <p:nvPr/>
          </p:nvSpPr>
          <p:spPr>
            <a:xfrm>
              <a:off x="4423" y="4407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54A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5"/>
            <p:cNvSpPr/>
            <p:nvPr/>
          </p:nvSpPr>
          <p:spPr>
            <a:xfrm>
              <a:off x="4423" y="4398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54A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5"/>
            <p:cNvSpPr/>
            <p:nvPr/>
          </p:nvSpPr>
          <p:spPr>
            <a:xfrm>
              <a:off x="4423" y="4392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4FA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5"/>
            <p:cNvSpPr/>
            <p:nvPr/>
          </p:nvSpPr>
          <p:spPr>
            <a:xfrm>
              <a:off x="4423" y="4386"/>
              <a:ext cx="1092" cy="2"/>
            </a:xfrm>
            <a:custGeom>
              <a:rect b="b" l="l" r="r" t="t"/>
              <a:pathLst>
                <a:path extrusionOk="0" h="2" w="1092">
                  <a:moveTo>
                    <a:pt x="0" y="0"/>
                  </a:moveTo>
                  <a:lnTo>
                    <a:pt x="0" y="1"/>
                  </a:lnTo>
                  <a:lnTo>
                    <a:pt x="1091" y="1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4AA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5"/>
            <p:cNvSpPr/>
            <p:nvPr/>
          </p:nvSpPr>
          <p:spPr>
            <a:xfrm>
              <a:off x="4423" y="4378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45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5"/>
            <p:cNvSpPr/>
            <p:nvPr/>
          </p:nvSpPr>
          <p:spPr>
            <a:xfrm>
              <a:off x="4423" y="4372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42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5"/>
            <p:cNvSpPr/>
            <p:nvPr/>
          </p:nvSpPr>
          <p:spPr>
            <a:xfrm>
              <a:off x="4423" y="4366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3D9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5"/>
            <p:cNvSpPr/>
            <p:nvPr/>
          </p:nvSpPr>
          <p:spPr>
            <a:xfrm>
              <a:off x="4423" y="4360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3B9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35"/>
            <p:cNvSpPr/>
            <p:nvPr/>
          </p:nvSpPr>
          <p:spPr>
            <a:xfrm>
              <a:off x="4423" y="4351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3368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5"/>
            <p:cNvSpPr/>
            <p:nvPr/>
          </p:nvSpPr>
          <p:spPr>
            <a:xfrm>
              <a:off x="4423" y="4345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338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5"/>
            <p:cNvSpPr/>
            <p:nvPr/>
          </p:nvSpPr>
          <p:spPr>
            <a:xfrm>
              <a:off x="4423" y="4339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2E8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5"/>
            <p:cNvSpPr/>
            <p:nvPr/>
          </p:nvSpPr>
          <p:spPr>
            <a:xfrm>
              <a:off x="4423" y="4333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2298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5"/>
            <p:cNvSpPr/>
            <p:nvPr/>
          </p:nvSpPr>
          <p:spPr>
            <a:xfrm>
              <a:off x="4423" y="4324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226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5"/>
            <p:cNvSpPr/>
            <p:nvPr/>
          </p:nvSpPr>
          <p:spPr>
            <a:xfrm>
              <a:off x="4423" y="4318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1F7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5"/>
            <p:cNvSpPr/>
            <p:nvPr/>
          </p:nvSpPr>
          <p:spPr>
            <a:xfrm>
              <a:off x="4423" y="4312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1C7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5"/>
            <p:cNvSpPr/>
            <p:nvPr/>
          </p:nvSpPr>
          <p:spPr>
            <a:xfrm>
              <a:off x="4423" y="4306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177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5"/>
            <p:cNvSpPr/>
            <p:nvPr/>
          </p:nvSpPr>
          <p:spPr>
            <a:xfrm>
              <a:off x="4423" y="4298"/>
              <a:ext cx="1092" cy="3"/>
            </a:xfrm>
            <a:custGeom>
              <a:rect b="b" l="l" r="r" t="t"/>
              <a:pathLst>
                <a:path extrusionOk="0" h="3" w="1092">
                  <a:moveTo>
                    <a:pt x="0" y="2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2"/>
                  </a:lnTo>
                  <a:lnTo>
                    <a:pt x="0" y="2"/>
                  </a:lnTo>
                </a:path>
              </a:pathLst>
            </a:custGeom>
            <a:solidFill>
              <a:srgbClr val="00127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5"/>
            <p:cNvSpPr/>
            <p:nvPr/>
          </p:nvSpPr>
          <p:spPr>
            <a:xfrm>
              <a:off x="4423" y="4292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3127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5"/>
            <p:cNvSpPr/>
            <p:nvPr/>
          </p:nvSpPr>
          <p:spPr>
            <a:xfrm>
              <a:off x="4423" y="4286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0B6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5"/>
            <p:cNvSpPr/>
            <p:nvPr/>
          </p:nvSpPr>
          <p:spPr>
            <a:xfrm>
              <a:off x="4423" y="4280"/>
              <a:ext cx="1092" cy="1"/>
            </a:xfrm>
            <a:custGeom>
              <a:rect b="b" l="l" r="r" t="t"/>
              <a:pathLst>
                <a:path extrusionOk="0" h="1" w="1092">
                  <a:moveTo>
                    <a:pt x="0" y="0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0" y="0"/>
                  </a:lnTo>
                </a:path>
              </a:pathLst>
            </a:custGeom>
            <a:solidFill>
              <a:srgbClr val="0005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5"/>
            <p:cNvSpPr/>
            <p:nvPr/>
          </p:nvSpPr>
          <p:spPr>
            <a:xfrm>
              <a:off x="4423" y="4271"/>
              <a:ext cx="1092" cy="4"/>
            </a:xfrm>
            <a:custGeom>
              <a:rect b="b" l="l" r="r" t="t"/>
              <a:pathLst>
                <a:path extrusionOk="0" h="4" w="1092">
                  <a:moveTo>
                    <a:pt x="0" y="3"/>
                  </a:moveTo>
                  <a:lnTo>
                    <a:pt x="0" y="0"/>
                  </a:lnTo>
                  <a:lnTo>
                    <a:pt x="1091" y="0"/>
                  </a:lnTo>
                  <a:lnTo>
                    <a:pt x="1091" y="3"/>
                  </a:lnTo>
                  <a:lnTo>
                    <a:pt x="0" y="3"/>
                  </a:lnTo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5"/>
            <p:cNvSpPr/>
            <p:nvPr/>
          </p:nvSpPr>
          <p:spPr>
            <a:xfrm>
              <a:off x="4453" y="4336"/>
              <a:ext cx="1056" cy="253"/>
            </a:xfrm>
            <a:custGeom>
              <a:rect b="b" l="l" r="r" t="t"/>
              <a:pathLst>
                <a:path extrusionOk="0" h="253" w="1056">
                  <a:moveTo>
                    <a:pt x="0" y="125"/>
                  </a:moveTo>
                  <a:lnTo>
                    <a:pt x="23" y="116"/>
                  </a:lnTo>
                  <a:lnTo>
                    <a:pt x="50" y="107"/>
                  </a:lnTo>
                  <a:lnTo>
                    <a:pt x="74" y="99"/>
                  </a:lnTo>
                  <a:lnTo>
                    <a:pt x="99" y="90"/>
                  </a:lnTo>
                  <a:lnTo>
                    <a:pt x="123" y="81"/>
                  </a:lnTo>
                  <a:lnTo>
                    <a:pt x="150" y="72"/>
                  </a:lnTo>
                  <a:lnTo>
                    <a:pt x="177" y="63"/>
                  </a:lnTo>
                  <a:lnTo>
                    <a:pt x="203" y="58"/>
                  </a:lnTo>
                  <a:lnTo>
                    <a:pt x="227" y="50"/>
                  </a:lnTo>
                  <a:lnTo>
                    <a:pt x="254" y="44"/>
                  </a:lnTo>
                  <a:lnTo>
                    <a:pt x="279" y="35"/>
                  </a:lnTo>
                  <a:lnTo>
                    <a:pt x="306" y="29"/>
                  </a:lnTo>
                  <a:lnTo>
                    <a:pt x="333" y="23"/>
                  </a:lnTo>
                  <a:lnTo>
                    <a:pt x="359" y="21"/>
                  </a:lnTo>
                  <a:lnTo>
                    <a:pt x="386" y="15"/>
                  </a:lnTo>
                  <a:lnTo>
                    <a:pt x="413" y="12"/>
                  </a:lnTo>
                  <a:lnTo>
                    <a:pt x="439" y="9"/>
                  </a:lnTo>
                  <a:lnTo>
                    <a:pt x="465" y="6"/>
                  </a:lnTo>
                  <a:lnTo>
                    <a:pt x="492" y="3"/>
                  </a:lnTo>
                  <a:lnTo>
                    <a:pt x="518" y="3"/>
                  </a:lnTo>
                  <a:lnTo>
                    <a:pt x="545" y="0"/>
                  </a:lnTo>
                  <a:lnTo>
                    <a:pt x="572" y="0"/>
                  </a:lnTo>
                  <a:lnTo>
                    <a:pt x="599" y="3"/>
                  </a:lnTo>
                  <a:lnTo>
                    <a:pt x="624" y="3"/>
                  </a:lnTo>
                  <a:lnTo>
                    <a:pt x="651" y="6"/>
                  </a:lnTo>
                  <a:lnTo>
                    <a:pt x="678" y="9"/>
                  </a:lnTo>
                  <a:lnTo>
                    <a:pt x="704" y="15"/>
                  </a:lnTo>
                  <a:lnTo>
                    <a:pt x="731" y="21"/>
                  </a:lnTo>
                  <a:lnTo>
                    <a:pt x="758" y="26"/>
                  </a:lnTo>
                  <a:lnTo>
                    <a:pt x="784" y="32"/>
                  </a:lnTo>
                  <a:lnTo>
                    <a:pt x="810" y="41"/>
                  </a:lnTo>
                  <a:lnTo>
                    <a:pt x="837" y="50"/>
                  </a:lnTo>
                  <a:lnTo>
                    <a:pt x="849" y="52"/>
                  </a:lnTo>
                  <a:lnTo>
                    <a:pt x="860" y="58"/>
                  </a:lnTo>
                  <a:lnTo>
                    <a:pt x="875" y="61"/>
                  </a:lnTo>
                  <a:lnTo>
                    <a:pt x="890" y="63"/>
                  </a:lnTo>
                  <a:lnTo>
                    <a:pt x="905" y="66"/>
                  </a:lnTo>
                  <a:lnTo>
                    <a:pt x="920" y="72"/>
                  </a:lnTo>
                  <a:lnTo>
                    <a:pt x="935" y="75"/>
                  </a:lnTo>
                  <a:lnTo>
                    <a:pt x="949" y="78"/>
                  </a:lnTo>
                  <a:lnTo>
                    <a:pt x="964" y="84"/>
                  </a:lnTo>
                  <a:lnTo>
                    <a:pt x="978" y="87"/>
                  </a:lnTo>
                  <a:lnTo>
                    <a:pt x="993" y="93"/>
                  </a:lnTo>
                  <a:lnTo>
                    <a:pt x="1008" y="99"/>
                  </a:lnTo>
                  <a:lnTo>
                    <a:pt x="1019" y="102"/>
                  </a:lnTo>
                  <a:lnTo>
                    <a:pt x="1031" y="107"/>
                  </a:lnTo>
                  <a:lnTo>
                    <a:pt x="1043" y="116"/>
                  </a:lnTo>
                  <a:lnTo>
                    <a:pt x="1055" y="122"/>
                  </a:lnTo>
                  <a:lnTo>
                    <a:pt x="1052" y="125"/>
                  </a:lnTo>
                  <a:lnTo>
                    <a:pt x="1046" y="128"/>
                  </a:lnTo>
                  <a:lnTo>
                    <a:pt x="1040" y="134"/>
                  </a:lnTo>
                  <a:lnTo>
                    <a:pt x="1034" y="136"/>
                  </a:lnTo>
                  <a:lnTo>
                    <a:pt x="1028" y="139"/>
                  </a:lnTo>
                  <a:lnTo>
                    <a:pt x="1022" y="139"/>
                  </a:lnTo>
                  <a:lnTo>
                    <a:pt x="1017" y="142"/>
                  </a:lnTo>
                  <a:lnTo>
                    <a:pt x="1008" y="145"/>
                  </a:lnTo>
                  <a:lnTo>
                    <a:pt x="1002" y="147"/>
                  </a:lnTo>
                  <a:lnTo>
                    <a:pt x="993" y="147"/>
                  </a:lnTo>
                  <a:lnTo>
                    <a:pt x="984" y="150"/>
                  </a:lnTo>
                  <a:lnTo>
                    <a:pt x="978" y="150"/>
                  </a:lnTo>
                  <a:lnTo>
                    <a:pt x="969" y="153"/>
                  </a:lnTo>
                  <a:lnTo>
                    <a:pt x="961" y="153"/>
                  </a:lnTo>
                  <a:lnTo>
                    <a:pt x="952" y="153"/>
                  </a:lnTo>
                  <a:lnTo>
                    <a:pt x="943" y="156"/>
                  </a:lnTo>
                  <a:lnTo>
                    <a:pt x="935" y="156"/>
                  </a:lnTo>
                  <a:lnTo>
                    <a:pt x="926" y="156"/>
                  </a:lnTo>
                  <a:lnTo>
                    <a:pt x="920" y="159"/>
                  </a:lnTo>
                  <a:lnTo>
                    <a:pt x="911" y="159"/>
                  </a:lnTo>
                  <a:lnTo>
                    <a:pt x="902" y="159"/>
                  </a:lnTo>
                  <a:lnTo>
                    <a:pt x="893" y="159"/>
                  </a:lnTo>
                  <a:lnTo>
                    <a:pt x="884" y="159"/>
                  </a:lnTo>
                  <a:lnTo>
                    <a:pt x="875" y="162"/>
                  </a:lnTo>
                  <a:lnTo>
                    <a:pt x="869" y="162"/>
                  </a:lnTo>
                  <a:lnTo>
                    <a:pt x="860" y="162"/>
                  </a:lnTo>
                  <a:lnTo>
                    <a:pt x="854" y="162"/>
                  </a:lnTo>
                  <a:lnTo>
                    <a:pt x="846" y="165"/>
                  </a:lnTo>
                  <a:lnTo>
                    <a:pt x="840" y="165"/>
                  </a:lnTo>
                  <a:lnTo>
                    <a:pt x="834" y="165"/>
                  </a:lnTo>
                  <a:lnTo>
                    <a:pt x="828" y="168"/>
                  </a:lnTo>
                  <a:lnTo>
                    <a:pt x="822" y="168"/>
                  </a:lnTo>
                  <a:lnTo>
                    <a:pt x="822" y="171"/>
                  </a:lnTo>
                  <a:lnTo>
                    <a:pt x="825" y="177"/>
                  </a:lnTo>
                  <a:lnTo>
                    <a:pt x="828" y="183"/>
                  </a:lnTo>
                  <a:lnTo>
                    <a:pt x="831" y="189"/>
                  </a:lnTo>
                  <a:lnTo>
                    <a:pt x="834" y="197"/>
                  </a:lnTo>
                  <a:lnTo>
                    <a:pt x="840" y="203"/>
                  </a:lnTo>
                  <a:lnTo>
                    <a:pt x="843" y="206"/>
                  </a:lnTo>
                  <a:lnTo>
                    <a:pt x="843" y="212"/>
                  </a:lnTo>
                  <a:lnTo>
                    <a:pt x="834" y="215"/>
                  </a:lnTo>
                  <a:lnTo>
                    <a:pt x="825" y="218"/>
                  </a:lnTo>
                  <a:lnTo>
                    <a:pt x="813" y="221"/>
                  </a:lnTo>
                  <a:lnTo>
                    <a:pt x="801" y="223"/>
                  </a:lnTo>
                  <a:lnTo>
                    <a:pt x="792" y="223"/>
                  </a:lnTo>
                  <a:lnTo>
                    <a:pt x="781" y="226"/>
                  </a:lnTo>
                  <a:lnTo>
                    <a:pt x="769" y="229"/>
                  </a:lnTo>
                  <a:lnTo>
                    <a:pt x="758" y="231"/>
                  </a:lnTo>
                  <a:lnTo>
                    <a:pt x="746" y="231"/>
                  </a:lnTo>
                  <a:lnTo>
                    <a:pt x="737" y="234"/>
                  </a:lnTo>
                  <a:lnTo>
                    <a:pt x="725" y="237"/>
                  </a:lnTo>
                  <a:lnTo>
                    <a:pt x="713" y="237"/>
                  </a:lnTo>
                  <a:lnTo>
                    <a:pt x="701" y="240"/>
                  </a:lnTo>
                  <a:lnTo>
                    <a:pt x="692" y="240"/>
                  </a:lnTo>
                  <a:lnTo>
                    <a:pt x="681" y="243"/>
                  </a:lnTo>
                  <a:lnTo>
                    <a:pt x="672" y="243"/>
                  </a:lnTo>
                  <a:lnTo>
                    <a:pt x="666" y="246"/>
                  </a:lnTo>
                  <a:lnTo>
                    <a:pt x="657" y="246"/>
                  </a:lnTo>
                  <a:lnTo>
                    <a:pt x="651" y="246"/>
                  </a:lnTo>
                  <a:lnTo>
                    <a:pt x="642" y="249"/>
                  </a:lnTo>
                  <a:lnTo>
                    <a:pt x="636" y="249"/>
                  </a:lnTo>
                  <a:lnTo>
                    <a:pt x="627" y="249"/>
                  </a:lnTo>
                  <a:lnTo>
                    <a:pt x="618" y="249"/>
                  </a:lnTo>
                  <a:lnTo>
                    <a:pt x="610" y="249"/>
                  </a:lnTo>
                  <a:lnTo>
                    <a:pt x="604" y="252"/>
                  </a:lnTo>
                  <a:lnTo>
                    <a:pt x="596" y="252"/>
                  </a:lnTo>
                  <a:lnTo>
                    <a:pt x="587" y="252"/>
                  </a:lnTo>
                  <a:lnTo>
                    <a:pt x="578" y="252"/>
                  </a:lnTo>
                  <a:lnTo>
                    <a:pt x="572" y="252"/>
                  </a:lnTo>
                  <a:lnTo>
                    <a:pt x="563" y="252"/>
                  </a:lnTo>
                  <a:lnTo>
                    <a:pt x="554" y="252"/>
                  </a:lnTo>
                  <a:lnTo>
                    <a:pt x="545" y="249"/>
                  </a:lnTo>
                  <a:lnTo>
                    <a:pt x="536" y="249"/>
                  </a:lnTo>
                  <a:lnTo>
                    <a:pt x="527" y="249"/>
                  </a:lnTo>
                  <a:lnTo>
                    <a:pt x="521" y="249"/>
                  </a:lnTo>
                  <a:lnTo>
                    <a:pt x="513" y="249"/>
                  </a:lnTo>
                  <a:lnTo>
                    <a:pt x="504" y="249"/>
                  </a:lnTo>
                  <a:lnTo>
                    <a:pt x="495" y="246"/>
                  </a:lnTo>
                  <a:lnTo>
                    <a:pt x="486" y="246"/>
                  </a:lnTo>
                  <a:lnTo>
                    <a:pt x="480" y="246"/>
                  </a:lnTo>
                  <a:lnTo>
                    <a:pt x="471" y="246"/>
                  </a:lnTo>
                  <a:lnTo>
                    <a:pt x="465" y="246"/>
                  </a:lnTo>
                  <a:lnTo>
                    <a:pt x="456" y="243"/>
                  </a:lnTo>
                  <a:lnTo>
                    <a:pt x="450" y="243"/>
                  </a:lnTo>
                  <a:lnTo>
                    <a:pt x="441" y="243"/>
                  </a:lnTo>
                  <a:lnTo>
                    <a:pt x="436" y="240"/>
                  </a:lnTo>
                  <a:lnTo>
                    <a:pt x="428" y="240"/>
                  </a:lnTo>
                  <a:lnTo>
                    <a:pt x="422" y="240"/>
                  </a:lnTo>
                  <a:lnTo>
                    <a:pt x="413" y="237"/>
                  </a:lnTo>
                  <a:lnTo>
                    <a:pt x="407" y="237"/>
                  </a:lnTo>
                  <a:lnTo>
                    <a:pt x="398" y="237"/>
                  </a:lnTo>
                  <a:lnTo>
                    <a:pt x="389" y="234"/>
                  </a:lnTo>
                  <a:lnTo>
                    <a:pt x="380" y="234"/>
                  </a:lnTo>
                  <a:lnTo>
                    <a:pt x="371" y="234"/>
                  </a:lnTo>
                  <a:lnTo>
                    <a:pt x="362" y="234"/>
                  </a:lnTo>
                  <a:lnTo>
                    <a:pt x="353" y="231"/>
                  </a:lnTo>
                  <a:lnTo>
                    <a:pt x="345" y="231"/>
                  </a:lnTo>
                  <a:lnTo>
                    <a:pt x="336" y="231"/>
                  </a:lnTo>
                  <a:lnTo>
                    <a:pt x="327" y="231"/>
                  </a:lnTo>
                  <a:lnTo>
                    <a:pt x="318" y="229"/>
                  </a:lnTo>
                  <a:lnTo>
                    <a:pt x="309" y="229"/>
                  </a:lnTo>
                  <a:lnTo>
                    <a:pt x="300" y="229"/>
                  </a:lnTo>
                  <a:lnTo>
                    <a:pt x="291" y="229"/>
                  </a:lnTo>
                  <a:lnTo>
                    <a:pt x="282" y="226"/>
                  </a:lnTo>
                  <a:lnTo>
                    <a:pt x="273" y="226"/>
                  </a:lnTo>
                  <a:lnTo>
                    <a:pt x="264" y="223"/>
                  </a:lnTo>
                  <a:lnTo>
                    <a:pt x="257" y="223"/>
                  </a:lnTo>
                  <a:lnTo>
                    <a:pt x="248" y="221"/>
                  </a:lnTo>
                  <a:lnTo>
                    <a:pt x="239" y="221"/>
                  </a:lnTo>
                  <a:lnTo>
                    <a:pt x="230" y="221"/>
                  </a:lnTo>
                  <a:lnTo>
                    <a:pt x="221" y="218"/>
                  </a:lnTo>
                  <a:lnTo>
                    <a:pt x="212" y="215"/>
                  </a:lnTo>
                  <a:lnTo>
                    <a:pt x="203" y="212"/>
                  </a:lnTo>
                  <a:lnTo>
                    <a:pt x="197" y="212"/>
                  </a:lnTo>
                  <a:lnTo>
                    <a:pt x="188" y="209"/>
                  </a:lnTo>
                  <a:lnTo>
                    <a:pt x="180" y="206"/>
                  </a:lnTo>
                  <a:lnTo>
                    <a:pt x="174" y="203"/>
                  </a:lnTo>
                  <a:lnTo>
                    <a:pt x="165" y="200"/>
                  </a:lnTo>
                  <a:lnTo>
                    <a:pt x="156" y="197"/>
                  </a:lnTo>
                  <a:lnTo>
                    <a:pt x="150" y="194"/>
                  </a:lnTo>
                  <a:lnTo>
                    <a:pt x="150" y="186"/>
                  </a:lnTo>
                  <a:lnTo>
                    <a:pt x="153" y="180"/>
                  </a:lnTo>
                  <a:lnTo>
                    <a:pt x="153" y="171"/>
                  </a:lnTo>
                  <a:lnTo>
                    <a:pt x="153" y="162"/>
                  </a:lnTo>
                  <a:lnTo>
                    <a:pt x="147" y="159"/>
                  </a:lnTo>
                  <a:lnTo>
                    <a:pt x="141" y="153"/>
                  </a:lnTo>
                  <a:lnTo>
                    <a:pt x="132" y="150"/>
                  </a:lnTo>
                  <a:lnTo>
                    <a:pt x="123" y="147"/>
                  </a:lnTo>
                  <a:lnTo>
                    <a:pt x="114" y="145"/>
                  </a:lnTo>
                  <a:lnTo>
                    <a:pt x="102" y="145"/>
                  </a:lnTo>
                  <a:lnTo>
                    <a:pt x="91" y="142"/>
                  </a:lnTo>
                  <a:lnTo>
                    <a:pt x="83" y="142"/>
                  </a:lnTo>
                  <a:lnTo>
                    <a:pt x="71" y="142"/>
                  </a:lnTo>
                  <a:lnTo>
                    <a:pt x="59" y="139"/>
                  </a:lnTo>
                  <a:lnTo>
                    <a:pt x="47" y="139"/>
                  </a:lnTo>
                  <a:lnTo>
                    <a:pt x="38" y="136"/>
                  </a:lnTo>
                  <a:lnTo>
                    <a:pt x="26" y="134"/>
                  </a:lnTo>
                  <a:lnTo>
                    <a:pt x="17" y="134"/>
                  </a:lnTo>
                  <a:lnTo>
                    <a:pt x="9" y="131"/>
                  </a:lnTo>
                  <a:lnTo>
                    <a:pt x="0" y="125"/>
                  </a:lnTo>
                </a:path>
              </a:pathLst>
            </a:custGeom>
            <a:solidFill>
              <a:srgbClr val="F5B83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5"/>
            <p:cNvSpPr/>
            <p:nvPr/>
          </p:nvSpPr>
          <p:spPr>
            <a:xfrm>
              <a:off x="4924" y="3755"/>
              <a:ext cx="268" cy="597"/>
            </a:xfrm>
            <a:custGeom>
              <a:rect b="b" l="l" r="r" t="t"/>
              <a:pathLst>
                <a:path extrusionOk="0" h="597" w="268">
                  <a:moveTo>
                    <a:pt x="244" y="9"/>
                  </a:moveTo>
                  <a:lnTo>
                    <a:pt x="267" y="0"/>
                  </a:lnTo>
                  <a:lnTo>
                    <a:pt x="255" y="29"/>
                  </a:lnTo>
                  <a:lnTo>
                    <a:pt x="241" y="64"/>
                  </a:lnTo>
                  <a:lnTo>
                    <a:pt x="226" y="97"/>
                  </a:lnTo>
                  <a:lnTo>
                    <a:pt x="214" y="135"/>
                  </a:lnTo>
                  <a:lnTo>
                    <a:pt x="200" y="170"/>
                  </a:lnTo>
                  <a:lnTo>
                    <a:pt x="186" y="208"/>
                  </a:lnTo>
                  <a:lnTo>
                    <a:pt x="174" y="249"/>
                  </a:lnTo>
                  <a:lnTo>
                    <a:pt x="162" y="287"/>
                  </a:lnTo>
                  <a:lnTo>
                    <a:pt x="151" y="326"/>
                  </a:lnTo>
                  <a:lnTo>
                    <a:pt x="142" y="366"/>
                  </a:lnTo>
                  <a:lnTo>
                    <a:pt x="130" y="405"/>
                  </a:lnTo>
                  <a:lnTo>
                    <a:pt x="125" y="447"/>
                  </a:lnTo>
                  <a:lnTo>
                    <a:pt x="119" y="484"/>
                  </a:lnTo>
                  <a:lnTo>
                    <a:pt x="113" y="523"/>
                  </a:lnTo>
                  <a:lnTo>
                    <a:pt x="111" y="560"/>
                  </a:lnTo>
                  <a:lnTo>
                    <a:pt x="111" y="596"/>
                  </a:lnTo>
                  <a:lnTo>
                    <a:pt x="0" y="575"/>
                  </a:lnTo>
                  <a:lnTo>
                    <a:pt x="6" y="560"/>
                  </a:lnTo>
                  <a:lnTo>
                    <a:pt x="12" y="543"/>
                  </a:lnTo>
                  <a:lnTo>
                    <a:pt x="18" y="529"/>
                  </a:lnTo>
                  <a:lnTo>
                    <a:pt x="23" y="511"/>
                  </a:lnTo>
                  <a:lnTo>
                    <a:pt x="29" y="493"/>
                  </a:lnTo>
                  <a:lnTo>
                    <a:pt x="35" y="475"/>
                  </a:lnTo>
                  <a:lnTo>
                    <a:pt x="44" y="457"/>
                  </a:lnTo>
                  <a:lnTo>
                    <a:pt x="49" y="441"/>
                  </a:lnTo>
                  <a:lnTo>
                    <a:pt x="58" y="423"/>
                  </a:lnTo>
                  <a:lnTo>
                    <a:pt x="67" y="405"/>
                  </a:lnTo>
                  <a:lnTo>
                    <a:pt x="72" y="387"/>
                  </a:lnTo>
                  <a:lnTo>
                    <a:pt x="81" y="366"/>
                  </a:lnTo>
                  <a:lnTo>
                    <a:pt x="90" y="349"/>
                  </a:lnTo>
                  <a:lnTo>
                    <a:pt x="96" y="332"/>
                  </a:lnTo>
                  <a:lnTo>
                    <a:pt x="105" y="311"/>
                  </a:lnTo>
                  <a:lnTo>
                    <a:pt x="113" y="293"/>
                  </a:lnTo>
                  <a:lnTo>
                    <a:pt x="122" y="276"/>
                  </a:lnTo>
                  <a:lnTo>
                    <a:pt x="130" y="258"/>
                  </a:lnTo>
                  <a:lnTo>
                    <a:pt x="139" y="238"/>
                  </a:lnTo>
                  <a:lnTo>
                    <a:pt x="148" y="220"/>
                  </a:lnTo>
                  <a:lnTo>
                    <a:pt x="154" y="202"/>
                  </a:lnTo>
                  <a:lnTo>
                    <a:pt x="162" y="182"/>
                  </a:lnTo>
                  <a:lnTo>
                    <a:pt x="171" y="164"/>
                  </a:lnTo>
                  <a:lnTo>
                    <a:pt x="180" y="147"/>
                  </a:lnTo>
                  <a:lnTo>
                    <a:pt x="189" y="129"/>
                  </a:lnTo>
                  <a:lnTo>
                    <a:pt x="198" y="111"/>
                  </a:lnTo>
                  <a:lnTo>
                    <a:pt x="203" y="94"/>
                  </a:lnTo>
                  <a:lnTo>
                    <a:pt x="211" y="76"/>
                  </a:lnTo>
                  <a:lnTo>
                    <a:pt x="220" y="58"/>
                  </a:lnTo>
                  <a:lnTo>
                    <a:pt x="229" y="41"/>
                  </a:lnTo>
                  <a:lnTo>
                    <a:pt x="235" y="26"/>
                  </a:lnTo>
                  <a:lnTo>
                    <a:pt x="244" y="9"/>
                  </a:lnTo>
                </a:path>
              </a:pathLst>
            </a:custGeom>
            <a:solidFill>
              <a:srgbClr val="9966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5"/>
            <p:cNvSpPr/>
            <p:nvPr/>
          </p:nvSpPr>
          <p:spPr>
            <a:xfrm>
              <a:off x="4888" y="3669"/>
              <a:ext cx="304" cy="134"/>
            </a:xfrm>
            <a:custGeom>
              <a:rect b="b" l="l" r="r" t="t"/>
              <a:pathLst>
                <a:path extrusionOk="0" h="134" w="304">
                  <a:moveTo>
                    <a:pt x="294" y="39"/>
                  </a:moveTo>
                  <a:lnTo>
                    <a:pt x="230" y="0"/>
                  </a:lnTo>
                  <a:lnTo>
                    <a:pt x="0" y="133"/>
                  </a:lnTo>
                  <a:lnTo>
                    <a:pt x="111" y="127"/>
                  </a:lnTo>
                  <a:lnTo>
                    <a:pt x="137" y="94"/>
                  </a:lnTo>
                  <a:lnTo>
                    <a:pt x="131" y="130"/>
                  </a:lnTo>
                  <a:lnTo>
                    <a:pt x="277" y="97"/>
                  </a:lnTo>
                  <a:lnTo>
                    <a:pt x="303" y="82"/>
                  </a:lnTo>
                  <a:lnTo>
                    <a:pt x="294" y="39"/>
                  </a:lnTo>
                </a:path>
              </a:pathLst>
            </a:custGeom>
            <a:solidFill>
              <a:srgbClr val="0066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5"/>
            <p:cNvSpPr/>
            <p:nvPr/>
          </p:nvSpPr>
          <p:spPr>
            <a:xfrm>
              <a:off x="5286" y="3695"/>
              <a:ext cx="182" cy="233"/>
            </a:xfrm>
            <a:custGeom>
              <a:rect b="b" l="l" r="r" t="t"/>
              <a:pathLst>
                <a:path extrusionOk="0" h="233" w="182">
                  <a:moveTo>
                    <a:pt x="0" y="23"/>
                  </a:moveTo>
                  <a:lnTo>
                    <a:pt x="34" y="0"/>
                  </a:lnTo>
                  <a:lnTo>
                    <a:pt x="181" y="232"/>
                  </a:lnTo>
                  <a:lnTo>
                    <a:pt x="89" y="174"/>
                  </a:lnTo>
                  <a:lnTo>
                    <a:pt x="77" y="131"/>
                  </a:lnTo>
                  <a:lnTo>
                    <a:pt x="69" y="168"/>
                  </a:lnTo>
                  <a:lnTo>
                    <a:pt x="22" y="107"/>
                  </a:lnTo>
                  <a:lnTo>
                    <a:pt x="0" y="23"/>
                  </a:lnTo>
                </a:path>
              </a:pathLst>
            </a:custGeom>
            <a:solidFill>
              <a:srgbClr val="0066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5"/>
            <p:cNvSpPr/>
            <p:nvPr/>
          </p:nvSpPr>
          <p:spPr>
            <a:xfrm>
              <a:off x="5188" y="3651"/>
              <a:ext cx="137" cy="297"/>
            </a:xfrm>
            <a:custGeom>
              <a:rect b="b" l="l" r="r" t="t"/>
              <a:pathLst>
                <a:path extrusionOk="0" h="297" w="137">
                  <a:moveTo>
                    <a:pt x="42" y="0"/>
                  </a:moveTo>
                  <a:lnTo>
                    <a:pt x="0" y="58"/>
                  </a:lnTo>
                  <a:lnTo>
                    <a:pt x="6" y="102"/>
                  </a:lnTo>
                  <a:lnTo>
                    <a:pt x="34" y="163"/>
                  </a:lnTo>
                  <a:lnTo>
                    <a:pt x="54" y="127"/>
                  </a:lnTo>
                  <a:lnTo>
                    <a:pt x="39" y="177"/>
                  </a:lnTo>
                  <a:lnTo>
                    <a:pt x="108" y="296"/>
                  </a:lnTo>
                  <a:lnTo>
                    <a:pt x="136" y="218"/>
                  </a:lnTo>
                  <a:lnTo>
                    <a:pt x="88" y="40"/>
                  </a:lnTo>
                  <a:lnTo>
                    <a:pt x="42" y="0"/>
                  </a:lnTo>
                </a:path>
              </a:pathLst>
            </a:custGeom>
            <a:solidFill>
              <a:srgbClr val="0066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5"/>
            <p:cNvSpPr/>
            <p:nvPr/>
          </p:nvSpPr>
          <p:spPr>
            <a:xfrm>
              <a:off x="5031" y="3770"/>
              <a:ext cx="134" cy="113"/>
            </a:xfrm>
            <a:custGeom>
              <a:rect b="b" l="l" r="r" t="t"/>
              <a:pathLst>
                <a:path extrusionOk="0" h="113" w="134">
                  <a:moveTo>
                    <a:pt x="100" y="5"/>
                  </a:moveTo>
                  <a:lnTo>
                    <a:pt x="133" y="0"/>
                  </a:lnTo>
                  <a:lnTo>
                    <a:pt x="113" y="42"/>
                  </a:lnTo>
                  <a:lnTo>
                    <a:pt x="62" y="84"/>
                  </a:lnTo>
                  <a:lnTo>
                    <a:pt x="45" y="67"/>
                  </a:lnTo>
                  <a:lnTo>
                    <a:pt x="39" y="95"/>
                  </a:lnTo>
                  <a:lnTo>
                    <a:pt x="0" y="112"/>
                  </a:lnTo>
                  <a:lnTo>
                    <a:pt x="39" y="22"/>
                  </a:lnTo>
                  <a:lnTo>
                    <a:pt x="100" y="5"/>
                  </a:lnTo>
                </a:path>
              </a:pathLst>
            </a:custGeom>
            <a:solidFill>
              <a:srgbClr val="00171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5"/>
            <p:cNvSpPr/>
            <p:nvPr/>
          </p:nvSpPr>
          <p:spPr>
            <a:xfrm>
              <a:off x="5170" y="3755"/>
              <a:ext cx="43" cy="134"/>
            </a:xfrm>
            <a:custGeom>
              <a:rect b="b" l="l" r="r" t="t"/>
              <a:pathLst>
                <a:path extrusionOk="0" h="134" w="43">
                  <a:moveTo>
                    <a:pt x="24" y="0"/>
                  </a:moveTo>
                  <a:lnTo>
                    <a:pt x="42" y="54"/>
                  </a:lnTo>
                  <a:lnTo>
                    <a:pt x="32" y="133"/>
                  </a:lnTo>
                  <a:lnTo>
                    <a:pt x="0" y="59"/>
                  </a:lnTo>
                  <a:lnTo>
                    <a:pt x="24" y="0"/>
                  </a:lnTo>
                </a:path>
              </a:pathLst>
            </a:custGeom>
            <a:solidFill>
              <a:srgbClr val="00171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5"/>
            <p:cNvSpPr/>
            <p:nvPr/>
          </p:nvSpPr>
          <p:spPr>
            <a:xfrm>
              <a:off x="4791" y="3598"/>
              <a:ext cx="226" cy="763"/>
            </a:xfrm>
            <a:custGeom>
              <a:rect b="b" l="l" r="r" t="t"/>
              <a:pathLst>
                <a:path extrusionOk="0" h="763" w="226">
                  <a:moveTo>
                    <a:pt x="22" y="14"/>
                  </a:moveTo>
                  <a:lnTo>
                    <a:pt x="0" y="0"/>
                  </a:lnTo>
                  <a:lnTo>
                    <a:pt x="12" y="41"/>
                  </a:lnTo>
                  <a:lnTo>
                    <a:pt x="19" y="82"/>
                  </a:lnTo>
                  <a:lnTo>
                    <a:pt x="31" y="129"/>
                  </a:lnTo>
                  <a:lnTo>
                    <a:pt x="43" y="174"/>
                  </a:lnTo>
                  <a:lnTo>
                    <a:pt x="55" y="220"/>
                  </a:lnTo>
                  <a:lnTo>
                    <a:pt x="63" y="270"/>
                  </a:lnTo>
                  <a:lnTo>
                    <a:pt x="75" y="320"/>
                  </a:lnTo>
                  <a:lnTo>
                    <a:pt x="84" y="370"/>
                  </a:lnTo>
                  <a:lnTo>
                    <a:pt x="93" y="421"/>
                  </a:lnTo>
                  <a:lnTo>
                    <a:pt x="97" y="470"/>
                  </a:lnTo>
                  <a:lnTo>
                    <a:pt x="103" y="521"/>
                  </a:lnTo>
                  <a:lnTo>
                    <a:pt x="109" y="571"/>
                  </a:lnTo>
                  <a:lnTo>
                    <a:pt x="112" y="620"/>
                  </a:lnTo>
                  <a:lnTo>
                    <a:pt x="115" y="668"/>
                  </a:lnTo>
                  <a:lnTo>
                    <a:pt x="115" y="714"/>
                  </a:lnTo>
                  <a:lnTo>
                    <a:pt x="112" y="762"/>
                  </a:lnTo>
                  <a:lnTo>
                    <a:pt x="225" y="741"/>
                  </a:lnTo>
                  <a:lnTo>
                    <a:pt x="216" y="699"/>
                  </a:lnTo>
                  <a:lnTo>
                    <a:pt x="205" y="659"/>
                  </a:lnTo>
                  <a:lnTo>
                    <a:pt x="196" y="614"/>
                  </a:lnTo>
                  <a:lnTo>
                    <a:pt x="184" y="571"/>
                  </a:lnTo>
                  <a:lnTo>
                    <a:pt x="173" y="523"/>
                  </a:lnTo>
                  <a:lnTo>
                    <a:pt x="159" y="476"/>
                  </a:lnTo>
                  <a:lnTo>
                    <a:pt x="144" y="430"/>
                  </a:lnTo>
                  <a:lnTo>
                    <a:pt x="132" y="379"/>
                  </a:lnTo>
                  <a:lnTo>
                    <a:pt x="118" y="332"/>
                  </a:lnTo>
                  <a:lnTo>
                    <a:pt x="103" y="285"/>
                  </a:lnTo>
                  <a:lnTo>
                    <a:pt x="90" y="238"/>
                  </a:lnTo>
                  <a:lnTo>
                    <a:pt x="75" y="191"/>
                  </a:lnTo>
                  <a:lnTo>
                    <a:pt x="60" y="147"/>
                  </a:lnTo>
                  <a:lnTo>
                    <a:pt x="49" y="99"/>
                  </a:lnTo>
                  <a:lnTo>
                    <a:pt x="34" y="59"/>
                  </a:lnTo>
                  <a:lnTo>
                    <a:pt x="22" y="14"/>
                  </a:lnTo>
                </a:path>
              </a:pathLst>
            </a:custGeom>
            <a:solidFill>
              <a:srgbClr val="9966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5"/>
            <p:cNvSpPr/>
            <p:nvPr/>
          </p:nvSpPr>
          <p:spPr>
            <a:xfrm>
              <a:off x="4791" y="3497"/>
              <a:ext cx="297" cy="184"/>
            </a:xfrm>
            <a:custGeom>
              <a:rect b="b" l="l" r="r" t="t"/>
              <a:pathLst>
                <a:path extrusionOk="0" h="184" w="297">
                  <a:moveTo>
                    <a:pt x="12" y="46"/>
                  </a:moveTo>
                  <a:lnTo>
                    <a:pt x="78" y="0"/>
                  </a:lnTo>
                  <a:lnTo>
                    <a:pt x="296" y="183"/>
                  </a:lnTo>
                  <a:lnTo>
                    <a:pt x="188" y="169"/>
                  </a:lnTo>
                  <a:lnTo>
                    <a:pt x="166" y="123"/>
                  </a:lnTo>
                  <a:lnTo>
                    <a:pt x="169" y="172"/>
                  </a:lnTo>
                  <a:lnTo>
                    <a:pt x="23" y="120"/>
                  </a:lnTo>
                  <a:lnTo>
                    <a:pt x="0" y="100"/>
                  </a:lnTo>
                  <a:lnTo>
                    <a:pt x="12" y="46"/>
                  </a:lnTo>
                </a:path>
              </a:pathLst>
            </a:custGeom>
            <a:solidFill>
              <a:srgbClr val="0066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5"/>
            <p:cNvSpPr/>
            <p:nvPr/>
          </p:nvSpPr>
          <p:spPr>
            <a:xfrm>
              <a:off x="4503" y="3520"/>
              <a:ext cx="197" cy="280"/>
            </a:xfrm>
            <a:custGeom>
              <a:rect b="b" l="l" r="r" t="t"/>
              <a:pathLst>
                <a:path extrusionOk="0" h="280" w="197">
                  <a:moveTo>
                    <a:pt x="196" y="26"/>
                  </a:moveTo>
                  <a:lnTo>
                    <a:pt x="161" y="0"/>
                  </a:lnTo>
                  <a:lnTo>
                    <a:pt x="0" y="279"/>
                  </a:lnTo>
                  <a:lnTo>
                    <a:pt x="95" y="215"/>
                  </a:lnTo>
                  <a:lnTo>
                    <a:pt x="110" y="158"/>
                  </a:lnTo>
                  <a:lnTo>
                    <a:pt x="115" y="207"/>
                  </a:lnTo>
                  <a:lnTo>
                    <a:pt x="167" y="134"/>
                  </a:lnTo>
                  <a:lnTo>
                    <a:pt x="196" y="26"/>
                  </a:lnTo>
                </a:path>
              </a:pathLst>
            </a:custGeom>
            <a:solidFill>
              <a:srgbClr val="0066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5"/>
            <p:cNvSpPr/>
            <p:nvPr/>
          </p:nvSpPr>
          <p:spPr>
            <a:xfrm>
              <a:off x="4648" y="3467"/>
              <a:ext cx="150" cy="369"/>
            </a:xfrm>
            <a:custGeom>
              <a:rect b="b" l="l" r="r" t="t"/>
              <a:pathLst>
                <a:path extrusionOk="0" h="369" w="150">
                  <a:moveTo>
                    <a:pt x="109" y="0"/>
                  </a:moveTo>
                  <a:lnTo>
                    <a:pt x="149" y="76"/>
                  </a:lnTo>
                  <a:lnTo>
                    <a:pt x="140" y="131"/>
                  </a:lnTo>
                  <a:lnTo>
                    <a:pt x="106" y="208"/>
                  </a:lnTo>
                  <a:lnTo>
                    <a:pt x="91" y="160"/>
                  </a:lnTo>
                  <a:lnTo>
                    <a:pt x="100" y="224"/>
                  </a:lnTo>
                  <a:lnTo>
                    <a:pt x="23" y="368"/>
                  </a:lnTo>
                  <a:lnTo>
                    <a:pt x="0" y="269"/>
                  </a:lnTo>
                  <a:lnTo>
                    <a:pt x="63" y="49"/>
                  </a:lnTo>
                  <a:lnTo>
                    <a:pt x="109" y="0"/>
                  </a:lnTo>
                </a:path>
              </a:pathLst>
            </a:custGeom>
            <a:solidFill>
              <a:srgbClr val="0066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5"/>
            <p:cNvSpPr/>
            <p:nvPr/>
          </p:nvSpPr>
          <p:spPr>
            <a:xfrm>
              <a:off x="4817" y="3618"/>
              <a:ext cx="126" cy="155"/>
            </a:xfrm>
            <a:custGeom>
              <a:rect b="b" l="l" r="r" t="t"/>
              <a:pathLst>
                <a:path extrusionOk="0" h="155" w="126">
                  <a:moveTo>
                    <a:pt x="34" y="12"/>
                  </a:moveTo>
                  <a:lnTo>
                    <a:pt x="0" y="0"/>
                  </a:lnTo>
                  <a:lnTo>
                    <a:pt x="17" y="58"/>
                  </a:lnTo>
                  <a:lnTo>
                    <a:pt x="63" y="115"/>
                  </a:lnTo>
                  <a:lnTo>
                    <a:pt x="79" y="94"/>
                  </a:lnTo>
                  <a:lnTo>
                    <a:pt x="85" y="132"/>
                  </a:lnTo>
                  <a:lnTo>
                    <a:pt x="125" y="154"/>
                  </a:lnTo>
                  <a:lnTo>
                    <a:pt x="91" y="38"/>
                  </a:lnTo>
                  <a:lnTo>
                    <a:pt x="34" y="12"/>
                  </a:lnTo>
                </a:path>
              </a:pathLst>
            </a:custGeom>
            <a:solidFill>
              <a:srgbClr val="00171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5"/>
            <p:cNvSpPr/>
            <p:nvPr/>
          </p:nvSpPr>
          <p:spPr>
            <a:xfrm>
              <a:off x="4764" y="3600"/>
              <a:ext cx="42" cy="170"/>
            </a:xfrm>
            <a:custGeom>
              <a:rect b="b" l="l" r="r" t="t"/>
              <a:pathLst>
                <a:path extrusionOk="0" h="170" w="42">
                  <a:moveTo>
                    <a:pt x="24" y="0"/>
                  </a:moveTo>
                  <a:lnTo>
                    <a:pt x="0" y="67"/>
                  </a:lnTo>
                  <a:lnTo>
                    <a:pt x="8" y="169"/>
                  </a:lnTo>
                  <a:lnTo>
                    <a:pt x="41" y="78"/>
                  </a:lnTo>
                  <a:lnTo>
                    <a:pt x="24" y="0"/>
                  </a:lnTo>
                </a:path>
              </a:pathLst>
            </a:custGeom>
            <a:solidFill>
              <a:srgbClr val="00171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7" name="Google Shape;5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375" y="5627688"/>
            <a:ext cx="720725" cy="725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8" name="Google Shape;588;p35"/>
          <p:cNvCxnSpPr/>
          <p:nvPr/>
        </p:nvCxnSpPr>
        <p:spPr>
          <a:xfrm>
            <a:off x="1887538" y="3379788"/>
            <a:ext cx="0" cy="603250"/>
          </a:xfrm>
          <a:prstGeom prst="straightConnector1">
            <a:avLst/>
          </a:prstGeom>
          <a:noFill/>
          <a:ln cap="flat" cmpd="sng" w="76200">
            <a:solidFill>
              <a:srgbClr val="CF0E3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89" name="Google Shape;589;p35"/>
          <p:cNvGrpSpPr/>
          <p:nvPr/>
        </p:nvGrpSpPr>
        <p:grpSpPr>
          <a:xfrm>
            <a:off x="1460500" y="4094163"/>
            <a:ext cx="863600" cy="809625"/>
            <a:chOff x="966" y="2856"/>
            <a:chExt cx="571" cy="545"/>
          </a:xfrm>
        </p:grpSpPr>
        <p:sp>
          <p:nvSpPr>
            <p:cNvPr id="590" name="Google Shape;590;p35"/>
            <p:cNvSpPr/>
            <p:nvPr/>
          </p:nvSpPr>
          <p:spPr>
            <a:xfrm>
              <a:off x="1090" y="2957"/>
              <a:ext cx="371" cy="411"/>
            </a:xfrm>
            <a:custGeom>
              <a:rect b="b" l="l" r="r" t="t"/>
              <a:pathLst>
                <a:path extrusionOk="0" h="411" w="371">
                  <a:moveTo>
                    <a:pt x="299" y="0"/>
                  </a:moveTo>
                  <a:lnTo>
                    <a:pt x="300" y="14"/>
                  </a:lnTo>
                  <a:lnTo>
                    <a:pt x="299" y="108"/>
                  </a:lnTo>
                  <a:lnTo>
                    <a:pt x="284" y="110"/>
                  </a:lnTo>
                  <a:lnTo>
                    <a:pt x="263" y="82"/>
                  </a:lnTo>
                  <a:lnTo>
                    <a:pt x="256" y="75"/>
                  </a:lnTo>
                  <a:lnTo>
                    <a:pt x="249" y="69"/>
                  </a:lnTo>
                  <a:lnTo>
                    <a:pt x="242" y="62"/>
                  </a:lnTo>
                  <a:lnTo>
                    <a:pt x="235" y="57"/>
                  </a:lnTo>
                  <a:lnTo>
                    <a:pt x="227" y="51"/>
                  </a:lnTo>
                  <a:lnTo>
                    <a:pt x="219" y="46"/>
                  </a:lnTo>
                  <a:lnTo>
                    <a:pt x="208" y="40"/>
                  </a:lnTo>
                  <a:lnTo>
                    <a:pt x="199" y="36"/>
                  </a:lnTo>
                  <a:lnTo>
                    <a:pt x="185" y="32"/>
                  </a:lnTo>
                  <a:lnTo>
                    <a:pt x="176" y="30"/>
                  </a:lnTo>
                  <a:lnTo>
                    <a:pt x="176" y="103"/>
                  </a:lnTo>
                  <a:lnTo>
                    <a:pt x="299" y="160"/>
                  </a:lnTo>
                  <a:lnTo>
                    <a:pt x="306" y="166"/>
                  </a:lnTo>
                  <a:lnTo>
                    <a:pt x="319" y="182"/>
                  </a:lnTo>
                  <a:lnTo>
                    <a:pt x="331" y="206"/>
                  </a:lnTo>
                  <a:lnTo>
                    <a:pt x="332" y="224"/>
                  </a:lnTo>
                  <a:lnTo>
                    <a:pt x="328" y="244"/>
                  </a:lnTo>
                  <a:lnTo>
                    <a:pt x="317" y="268"/>
                  </a:lnTo>
                  <a:lnTo>
                    <a:pt x="301" y="283"/>
                  </a:lnTo>
                  <a:lnTo>
                    <a:pt x="286" y="293"/>
                  </a:lnTo>
                  <a:lnTo>
                    <a:pt x="258" y="305"/>
                  </a:lnTo>
                  <a:lnTo>
                    <a:pt x="210" y="317"/>
                  </a:lnTo>
                  <a:lnTo>
                    <a:pt x="176" y="319"/>
                  </a:lnTo>
                  <a:lnTo>
                    <a:pt x="176" y="375"/>
                  </a:lnTo>
                  <a:lnTo>
                    <a:pt x="157" y="375"/>
                  </a:lnTo>
                  <a:lnTo>
                    <a:pt x="157" y="319"/>
                  </a:lnTo>
                  <a:lnTo>
                    <a:pt x="141" y="317"/>
                  </a:lnTo>
                  <a:lnTo>
                    <a:pt x="124" y="314"/>
                  </a:lnTo>
                  <a:lnTo>
                    <a:pt x="107" y="310"/>
                  </a:lnTo>
                  <a:lnTo>
                    <a:pt x="85" y="301"/>
                  </a:lnTo>
                  <a:lnTo>
                    <a:pt x="67" y="291"/>
                  </a:lnTo>
                  <a:lnTo>
                    <a:pt x="38" y="267"/>
                  </a:lnTo>
                  <a:lnTo>
                    <a:pt x="18" y="314"/>
                  </a:lnTo>
                  <a:lnTo>
                    <a:pt x="0" y="314"/>
                  </a:lnTo>
                  <a:lnTo>
                    <a:pt x="0" y="330"/>
                  </a:lnTo>
                  <a:lnTo>
                    <a:pt x="16" y="347"/>
                  </a:lnTo>
                  <a:lnTo>
                    <a:pt x="65" y="386"/>
                  </a:lnTo>
                  <a:lnTo>
                    <a:pt x="86" y="395"/>
                  </a:lnTo>
                  <a:lnTo>
                    <a:pt x="119" y="405"/>
                  </a:lnTo>
                  <a:lnTo>
                    <a:pt x="149" y="410"/>
                  </a:lnTo>
                  <a:lnTo>
                    <a:pt x="186" y="408"/>
                  </a:lnTo>
                  <a:lnTo>
                    <a:pt x="222" y="399"/>
                  </a:lnTo>
                  <a:lnTo>
                    <a:pt x="256" y="383"/>
                  </a:lnTo>
                  <a:lnTo>
                    <a:pt x="298" y="352"/>
                  </a:lnTo>
                  <a:lnTo>
                    <a:pt x="325" y="321"/>
                  </a:lnTo>
                  <a:lnTo>
                    <a:pt x="336" y="303"/>
                  </a:lnTo>
                  <a:lnTo>
                    <a:pt x="347" y="281"/>
                  </a:lnTo>
                  <a:lnTo>
                    <a:pt x="355" y="263"/>
                  </a:lnTo>
                  <a:lnTo>
                    <a:pt x="365" y="224"/>
                  </a:lnTo>
                  <a:lnTo>
                    <a:pt x="369" y="205"/>
                  </a:lnTo>
                  <a:lnTo>
                    <a:pt x="370" y="180"/>
                  </a:lnTo>
                  <a:lnTo>
                    <a:pt x="368" y="136"/>
                  </a:lnTo>
                  <a:lnTo>
                    <a:pt x="363" y="111"/>
                  </a:lnTo>
                  <a:lnTo>
                    <a:pt x="358" y="94"/>
                  </a:lnTo>
                  <a:lnTo>
                    <a:pt x="346" y="64"/>
                  </a:lnTo>
                  <a:lnTo>
                    <a:pt x="337" y="49"/>
                  </a:lnTo>
                  <a:lnTo>
                    <a:pt x="322" y="27"/>
                  </a:lnTo>
                  <a:lnTo>
                    <a:pt x="299" y="0"/>
                  </a:lnTo>
                </a:path>
              </a:pathLst>
            </a:custGeom>
            <a:solidFill>
              <a:srgbClr val="DADADA"/>
            </a:solidFill>
            <a:ln cap="rnd" cmpd="sng" w="12700">
              <a:solidFill>
                <a:srgbClr val="DADAD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1016" y="2878"/>
              <a:ext cx="232" cy="504"/>
            </a:xfrm>
            <a:custGeom>
              <a:rect b="b" l="l" r="r" t="t"/>
              <a:pathLst>
                <a:path extrusionOk="0" h="504" w="232">
                  <a:moveTo>
                    <a:pt x="231" y="0"/>
                  </a:moveTo>
                  <a:lnTo>
                    <a:pt x="45" y="0"/>
                  </a:lnTo>
                  <a:lnTo>
                    <a:pt x="63" y="14"/>
                  </a:lnTo>
                  <a:lnTo>
                    <a:pt x="71" y="36"/>
                  </a:lnTo>
                  <a:lnTo>
                    <a:pt x="71" y="60"/>
                  </a:lnTo>
                  <a:lnTo>
                    <a:pt x="47" y="97"/>
                  </a:lnTo>
                  <a:lnTo>
                    <a:pt x="29" y="126"/>
                  </a:lnTo>
                  <a:lnTo>
                    <a:pt x="13" y="166"/>
                  </a:lnTo>
                  <a:lnTo>
                    <a:pt x="5" y="207"/>
                  </a:lnTo>
                  <a:lnTo>
                    <a:pt x="1" y="237"/>
                  </a:lnTo>
                  <a:lnTo>
                    <a:pt x="0" y="261"/>
                  </a:lnTo>
                  <a:lnTo>
                    <a:pt x="2" y="294"/>
                  </a:lnTo>
                  <a:lnTo>
                    <a:pt x="5" y="308"/>
                  </a:lnTo>
                  <a:lnTo>
                    <a:pt x="9" y="329"/>
                  </a:lnTo>
                  <a:lnTo>
                    <a:pt x="16" y="349"/>
                  </a:lnTo>
                  <a:lnTo>
                    <a:pt x="23" y="367"/>
                  </a:lnTo>
                  <a:lnTo>
                    <a:pt x="31" y="382"/>
                  </a:lnTo>
                  <a:lnTo>
                    <a:pt x="39" y="396"/>
                  </a:lnTo>
                  <a:lnTo>
                    <a:pt x="49" y="410"/>
                  </a:lnTo>
                  <a:lnTo>
                    <a:pt x="65" y="429"/>
                  </a:lnTo>
                  <a:lnTo>
                    <a:pt x="83" y="447"/>
                  </a:lnTo>
                  <a:lnTo>
                    <a:pt x="102" y="462"/>
                  </a:lnTo>
                  <a:lnTo>
                    <a:pt x="120" y="476"/>
                  </a:lnTo>
                  <a:lnTo>
                    <a:pt x="115" y="503"/>
                  </a:lnTo>
                  <a:lnTo>
                    <a:pt x="223" y="503"/>
                  </a:lnTo>
                  <a:lnTo>
                    <a:pt x="223" y="490"/>
                  </a:lnTo>
                  <a:lnTo>
                    <a:pt x="193" y="485"/>
                  </a:lnTo>
                  <a:lnTo>
                    <a:pt x="160" y="475"/>
                  </a:lnTo>
                  <a:lnTo>
                    <a:pt x="139" y="465"/>
                  </a:lnTo>
                  <a:lnTo>
                    <a:pt x="90" y="427"/>
                  </a:lnTo>
                  <a:lnTo>
                    <a:pt x="74" y="410"/>
                  </a:lnTo>
                  <a:lnTo>
                    <a:pt x="54" y="378"/>
                  </a:lnTo>
                  <a:lnTo>
                    <a:pt x="45" y="361"/>
                  </a:lnTo>
                  <a:lnTo>
                    <a:pt x="38" y="343"/>
                  </a:lnTo>
                  <a:lnTo>
                    <a:pt x="32" y="326"/>
                  </a:lnTo>
                  <a:lnTo>
                    <a:pt x="28" y="310"/>
                  </a:lnTo>
                  <a:lnTo>
                    <a:pt x="25" y="293"/>
                  </a:lnTo>
                  <a:lnTo>
                    <a:pt x="22" y="263"/>
                  </a:lnTo>
                  <a:lnTo>
                    <a:pt x="23" y="228"/>
                  </a:lnTo>
                  <a:lnTo>
                    <a:pt x="28" y="197"/>
                  </a:lnTo>
                  <a:lnTo>
                    <a:pt x="36" y="167"/>
                  </a:lnTo>
                  <a:lnTo>
                    <a:pt x="41" y="154"/>
                  </a:lnTo>
                  <a:lnTo>
                    <a:pt x="52" y="130"/>
                  </a:lnTo>
                  <a:lnTo>
                    <a:pt x="70" y="105"/>
                  </a:lnTo>
                  <a:lnTo>
                    <a:pt x="86" y="84"/>
                  </a:lnTo>
                  <a:lnTo>
                    <a:pt x="122" y="52"/>
                  </a:lnTo>
                  <a:lnTo>
                    <a:pt x="153" y="34"/>
                  </a:lnTo>
                  <a:lnTo>
                    <a:pt x="186" y="23"/>
                  </a:lnTo>
                  <a:lnTo>
                    <a:pt x="231" y="16"/>
                  </a:lnTo>
                  <a:lnTo>
                    <a:pt x="231" y="0"/>
                  </a:lnTo>
                </a:path>
              </a:pathLst>
            </a:custGeom>
            <a:solidFill>
              <a:srgbClr val="A9A562"/>
            </a:solidFill>
            <a:ln cap="rnd" cmpd="sng" w="12700">
              <a:solidFill>
                <a:srgbClr val="A9A56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5"/>
            <p:cNvSpPr/>
            <p:nvPr/>
          </p:nvSpPr>
          <p:spPr>
            <a:xfrm>
              <a:off x="1239" y="2878"/>
              <a:ext cx="244" cy="504"/>
            </a:xfrm>
            <a:custGeom>
              <a:rect b="b" l="l" r="r" t="t"/>
              <a:pathLst>
                <a:path extrusionOk="0" h="504" w="244">
                  <a:moveTo>
                    <a:pt x="8" y="0"/>
                  </a:moveTo>
                  <a:lnTo>
                    <a:pt x="8" y="16"/>
                  </a:lnTo>
                  <a:lnTo>
                    <a:pt x="29" y="18"/>
                  </a:lnTo>
                  <a:lnTo>
                    <a:pt x="64" y="25"/>
                  </a:lnTo>
                  <a:lnTo>
                    <a:pt x="90" y="36"/>
                  </a:lnTo>
                  <a:lnTo>
                    <a:pt x="111" y="47"/>
                  </a:lnTo>
                  <a:lnTo>
                    <a:pt x="129" y="60"/>
                  </a:lnTo>
                  <a:lnTo>
                    <a:pt x="145" y="72"/>
                  </a:lnTo>
                  <a:lnTo>
                    <a:pt x="151" y="78"/>
                  </a:lnTo>
                  <a:lnTo>
                    <a:pt x="173" y="106"/>
                  </a:lnTo>
                  <a:lnTo>
                    <a:pt x="188" y="128"/>
                  </a:lnTo>
                  <a:lnTo>
                    <a:pt x="197" y="143"/>
                  </a:lnTo>
                  <a:lnTo>
                    <a:pt x="209" y="172"/>
                  </a:lnTo>
                  <a:lnTo>
                    <a:pt x="214" y="190"/>
                  </a:lnTo>
                  <a:lnTo>
                    <a:pt x="219" y="215"/>
                  </a:lnTo>
                  <a:lnTo>
                    <a:pt x="221" y="259"/>
                  </a:lnTo>
                  <a:lnTo>
                    <a:pt x="220" y="284"/>
                  </a:lnTo>
                  <a:lnTo>
                    <a:pt x="216" y="303"/>
                  </a:lnTo>
                  <a:lnTo>
                    <a:pt x="206" y="342"/>
                  </a:lnTo>
                  <a:lnTo>
                    <a:pt x="199" y="360"/>
                  </a:lnTo>
                  <a:lnTo>
                    <a:pt x="187" y="382"/>
                  </a:lnTo>
                  <a:lnTo>
                    <a:pt x="176" y="400"/>
                  </a:lnTo>
                  <a:lnTo>
                    <a:pt x="149" y="432"/>
                  </a:lnTo>
                  <a:lnTo>
                    <a:pt x="108" y="462"/>
                  </a:lnTo>
                  <a:lnTo>
                    <a:pt x="74" y="479"/>
                  </a:lnTo>
                  <a:lnTo>
                    <a:pt x="37" y="488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7" y="503"/>
                  </a:lnTo>
                  <a:lnTo>
                    <a:pt x="132" y="483"/>
                  </a:lnTo>
                  <a:lnTo>
                    <a:pt x="152" y="467"/>
                  </a:lnTo>
                  <a:lnTo>
                    <a:pt x="164" y="455"/>
                  </a:lnTo>
                  <a:lnTo>
                    <a:pt x="183" y="436"/>
                  </a:lnTo>
                  <a:lnTo>
                    <a:pt x="206" y="404"/>
                  </a:lnTo>
                  <a:lnTo>
                    <a:pt x="219" y="380"/>
                  </a:lnTo>
                  <a:lnTo>
                    <a:pt x="228" y="354"/>
                  </a:lnTo>
                  <a:lnTo>
                    <a:pt x="239" y="314"/>
                  </a:lnTo>
                  <a:lnTo>
                    <a:pt x="243" y="268"/>
                  </a:lnTo>
                  <a:lnTo>
                    <a:pt x="243" y="226"/>
                  </a:lnTo>
                  <a:lnTo>
                    <a:pt x="239" y="198"/>
                  </a:lnTo>
                  <a:lnTo>
                    <a:pt x="235" y="176"/>
                  </a:lnTo>
                  <a:lnTo>
                    <a:pt x="229" y="158"/>
                  </a:lnTo>
                  <a:lnTo>
                    <a:pt x="221" y="138"/>
                  </a:lnTo>
                  <a:lnTo>
                    <a:pt x="205" y="104"/>
                  </a:lnTo>
                  <a:lnTo>
                    <a:pt x="197" y="91"/>
                  </a:lnTo>
                  <a:lnTo>
                    <a:pt x="188" y="76"/>
                  </a:lnTo>
                  <a:lnTo>
                    <a:pt x="182" y="67"/>
                  </a:lnTo>
                  <a:lnTo>
                    <a:pt x="178" y="60"/>
                  </a:lnTo>
                  <a:lnTo>
                    <a:pt x="172" y="46"/>
                  </a:lnTo>
                  <a:lnTo>
                    <a:pt x="172" y="32"/>
                  </a:lnTo>
                  <a:lnTo>
                    <a:pt x="175" y="20"/>
                  </a:lnTo>
                  <a:lnTo>
                    <a:pt x="180" y="10"/>
                  </a:lnTo>
                  <a:lnTo>
                    <a:pt x="186" y="4"/>
                  </a:lnTo>
                  <a:lnTo>
                    <a:pt x="193" y="0"/>
                  </a:lnTo>
                  <a:lnTo>
                    <a:pt x="8" y="0"/>
                  </a:lnTo>
                </a:path>
              </a:pathLst>
            </a:custGeom>
            <a:solidFill>
              <a:srgbClr val="A9A562"/>
            </a:solidFill>
            <a:ln cap="rnd" cmpd="sng" w="12700">
              <a:solidFill>
                <a:srgbClr val="A9A56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5"/>
            <p:cNvSpPr/>
            <p:nvPr/>
          </p:nvSpPr>
          <p:spPr>
            <a:xfrm>
              <a:off x="1038" y="2894"/>
              <a:ext cx="352" cy="393"/>
            </a:xfrm>
            <a:custGeom>
              <a:rect b="b" l="l" r="r" t="t"/>
              <a:pathLst>
                <a:path extrusionOk="0" h="393" w="352">
                  <a:moveTo>
                    <a:pt x="209" y="0"/>
                  </a:moveTo>
                  <a:lnTo>
                    <a:pt x="164" y="7"/>
                  </a:lnTo>
                  <a:lnTo>
                    <a:pt x="131" y="18"/>
                  </a:lnTo>
                  <a:lnTo>
                    <a:pt x="100" y="36"/>
                  </a:lnTo>
                  <a:lnTo>
                    <a:pt x="63" y="67"/>
                  </a:lnTo>
                  <a:lnTo>
                    <a:pt x="47" y="88"/>
                  </a:lnTo>
                  <a:lnTo>
                    <a:pt x="30" y="114"/>
                  </a:lnTo>
                  <a:lnTo>
                    <a:pt x="19" y="138"/>
                  </a:lnTo>
                  <a:lnTo>
                    <a:pt x="14" y="150"/>
                  </a:lnTo>
                  <a:lnTo>
                    <a:pt x="6" y="180"/>
                  </a:lnTo>
                  <a:lnTo>
                    <a:pt x="1" y="211"/>
                  </a:lnTo>
                  <a:lnTo>
                    <a:pt x="0" y="246"/>
                  </a:lnTo>
                  <a:lnTo>
                    <a:pt x="2" y="275"/>
                  </a:lnTo>
                  <a:lnTo>
                    <a:pt x="6" y="292"/>
                  </a:lnTo>
                  <a:lnTo>
                    <a:pt x="10" y="308"/>
                  </a:lnTo>
                  <a:lnTo>
                    <a:pt x="16" y="325"/>
                  </a:lnTo>
                  <a:lnTo>
                    <a:pt x="23" y="343"/>
                  </a:lnTo>
                  <a:lnTo>
                    <a:pt x="32" y="360"/>
                  </a:lnTo>
                  <a:lnTo>
                    <a:pt x="52" y="392"/>
                  </a:lnTo>
                  <a:lnTo>
                    <a:pt x="52" y="376"/>
                  </a:lnTo>
                  <a:lnTo>
                    <a:pt x="53" y="277"/>
                  </a:lnTo>
                  <a:lnTo>
                    <a:pt x="70" y="278"/>
                  </a:lnTo>
                  <a:lnTo>
                    <a:pt x="81" y="292"/>
                  </a:lnTo>
                  <a:lnTo>
                    <a:pt x="91" y="306"/>
                  </a:lnTo>
                  <a:lnTo>
                    <a:pt x="103" y="318"/>
                  </a:lnTo>
                  <a:lnTo>
                    <a:pt x="117" y="331"/>
                  </a:lnTo>
                  <a:lnTo>
                    <a:pt x="135" y="343"/>
                  </a:lnTo>
                  <a:lnTo>
                    <a:pt x="155" y="353"/>
                  </a:lnTo>
                  <a:lnTo>
                    <a:pt x="170" y="359"/>
                  </a:lnTo>
                  <a:lnTo>
                    <a:pt x="190" y="365"/>
                  </a:lnTo>
                  <a:lnTo>
                    <a:pt x="208" y="365"/>
                  </a:lnTo>
                  <a:lnTo>
                    <a:pt x="208" y="295"/>
                  </a:lnTo>
                  <a:lnTo>
                    <a:pt x="198" y="290"/>
                  </a:lnTo>
                  <a:lnTo>
                    <a:pt x="110" y="251"/>
                  </a:lnTo>
                  <a:lnTo>
                    <a:pt x="94" y="239"/>
                  </a:lnTo>
                  <a:lnTo>
                    <a:pt x="77" y="225"/>
                  </a:lnTo>
                  <a:lnTo>
                    <a:pt x="62" y="203"/>
                  </a:lnTo>
                  <a:lnTo>
                    <a:pt x="56" y="182"/>
                  </a:lnTo>
                  <a:lnTo>
                    <a:pt x="56" y="167"/>
                  </a:lnTo>
                  <a:lnTo>
                    <a:pt x="60" y="143"/>
                  </a:lnTo>
                  <a:lnTo>
                    <a:pt x="73" y="121"/>
                  </a:lnTo>
                  <a:lnTo>
                    <a:pt x="88" y="108"/>
                  </a:lnTo>
                  <a:lnTo>
                    <a:pt x="112" y="93"/>
                  </a:lnTo>
                  <a:lnTo>
                    <a:pt x="143" y="83"/>
                  </a:lnTo>
                  <a:lnTo>
                    <a:pt x="158" y="80"/>
                  </a:lnTo>
                  <a:lnTo>
                    <a:pt x="190" y="78"/>
                  </a:lnTo>
                  <a:lnTo>
                    <a:pt x="208" y="78"/>
                  </a:lnTo>
                  <a:lnTo>
                    <a:pt x="208" y="35"/>
                  </a:lnTo>
                  <a:lnTo>
                    <a:pt x="227" y="35"/>
                  </a:lnTo>
                  <a:lnTo>
                    <a:pt x="227" y="80"/>
                  </a:lnTo>
                  <a:lnTo>
                    <a:pt x="236" y="81"/>
                  </a:lnTo>
                  <a:lnTo>
                    <a:pt x="248" y="84"/>
                  </a:lnTo>
                  <a:lnTo>
                    <a:pt x="261" y="88"/>
                  </a:lnTo>
                  <a:lnTo>
                    <a:pt x="273" y="92"/>
                  </a:lnTo>
                  <a:lnTo>
                    <a:pt x="288" y="102"/>
                  </a:lnTo>
                  <a:lnTo>
                    <a:pt x="308" y="114"/>
                  </a:lnTo>
                  <a:lnTo>
                    <a:pt x="320" y="120"/>
                  </a:lnTo>
                  <a:lnTo>
                    <a:pt x="335" y="74"/>
                  </a:lnTo>
                  <a:lnTo>
                    <a:pt x="351" y="75"/>
                  </a:lnTo>
                  <a:lnTo>
                    <a:pt x="351" y="62"/>
                  </a:lnTo>
                  <a:lnTo>
                    <a:pt x="345" y="56"/>
                  </a:lnTo>
                  <a:lnTo>
                    <a:pt x="329" y="43"/>
                  </a:lnTo>
                  <a:lnTo>
                    <a:pt x="311" y="30"/>
                  </a:lnTo>
                  <a:lnTo>
                    <a:pt x="290" y="20"/>
                  </a:lnTo>
                  <a:lnTo>
                    <a:pt x="264" y="9"/>
                  </a:lnTo>
                  <a:lnTo>
                    <a:pt x="229" y="2"/>
                  </a:lnTo>
                  <a:lnTo>
                    <a:pt x="209" y="0"/>
                  </a:lnTo>
                </a:path>
              </a:pathLst>
            </a:custGeom>
            <a:solidFill>
              <a:srgbClr val="DADADA"/>
            </a:solidFill>
            <a:ln cap="rnd" cmpd="sng" w="12700">
              <a:solidFill>
                <a:srgbClr val="DADAD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1106" y="3385"/>
              <a:ext cx="298" cy="16"/>
            </a:xfrm>
            <a:custGeom>
              <a:rect b="b" l="l" r="r" t="t"/>
              <a:pathLst>
                <a:path extrusionOk="0" h="16" w="298">
                  <a:moveTo>
                    <a:pt x="297" y="15"/>
                  </a:moveTo>
                  <a:lnTo>
                    <a:pt x="274" y="0"/>
                  </a:lnTo>
                  <a:lnTo>
                    <a:pt x="19" y="0"/>
                  </a:lnTo>
                  <a:lnTo>
                    <a:pt x="0" y="15"/>
                  </a:lnTo>
                  <a:lnTo>
                    <a:pt x="297" y="15"/>
                  </a:lnTo>
                </a:path>
              </a:pathLst>
            </a:custGeom>
            <a:solidFill>
              <a:srgbClr val="A9A562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1094" y="2972"/>
              <a:ext cx="153" cy="217"/>
            </a:xfrm>
            <a:custGeom>
              <a:rect b="b" l="l" r="r" t="t"/>
              <a:pathLst>
                <a:path extrusionOk="0" h="217" w="153">
                  <a:moveTo>
                    <a:pt x="152" y="216"/>
                  </a:moveTo>
                  <a:lnTo>
                    <a:pt x="152" y="77"/>
                  </a:lnTo>
                  <a:lnTo>
                    <a:pt x="121" y="68"/>
                  </a:lnTo>
                  <a:lnTo>
                    <a:pt x="100" y="56"/>
                  </a:lnTo>
                  <a:lnTo>
                    <a:pt x="91" y="46"/>
                  </a:lnTo>
                  <a:lnTo>
                    <a:pt x="90" y="39"/>
                  </a:lnTo>
                  <a:lnTo>
                    <a:pt x="90" y="34"/>
                  </a:lnTo>
                  <a:lnTo>
                    <a:pt x="95" y="27"/>
                  </a:lnTo>
                  <a:lnTo>
                    <a:pt x="105" y="19"/>
                  </a:lnTo>
                  <a:lnTo>
                    <a:pt x="129" y="13"/>
                  </a:lnTo>
                  <a:lnTo>
                    <a:pt x="152" y="11"/>
                  </a:lnTo>
                  <a:lnTo>
                    <a:pt x="152" y="0"/>
                  </a:lnTo>
                  <a:lnTo>
                    <a:pt x="133" y="0"/>
                  </a:lnTo>
                  <a:lnTo>
                    <a:pt x="102" y="2"/>
                  </a:lnTo>
                  <a:lnTo>
                    <a:pt x="87" y="5"/>
                  </a:lnTo>
                  <a:lnTo>
                    <a:pt x="57" y="16"/>
                  </a:lnTo>
                  <a:lnTo>
                    <a:pt x="32" y="30"/>
                  </a:lnTo>
                  <a:lnTo>
                    <a:pt x="17" y="43"/>
                  </a:lnTo>
                  <a:lnTo>
                    <a:pt x="4" y="65"/>
                  </a:lnTo>
                  <a:lnTo>
                    <a:pt x="0" y="89"/>
                  </a:lnTo>
                  <a:lnTo>
                    <a:pt x="0" y="103"/>
                  </a:lnTo>
                  <a:lnTo>
                    <a:pt x="7" y="125"/>
                  </a:lnTo>
                  <a:lnTo>
                    <a:pt x="22" y="146"/>
                  </a:lnTo>
                  <a:lnTo>
                    <a:pt x="38" y="160"/>
                  </a:lnTo>
                  <a:lnTo>
                    <a:pt x="54" y="173"/>
                  </a:lnTo>
                  <a:lnTo>
                    <a:pt x="141" y="212"/>
                  </a:lnTo>
                  <a:lnTo>
                    <a:pt x="152" y="21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1266" y="2969"/>
              <a:ext cx="124" cy="96"/>
            </a:xfrm>
            <a:custGeom>
              <a:rect b="b" l="l" r="r" t="t"/>
              <a:pathLst>
                <a:path extrusionOk="0" h="96" w="124">
                  <a:moveTo>
                    <a:pt x="0" y="6"/>
                  </a:moveTo>
                  <a:lnTo>
                    <a:pt x="0" y="18"/>
                  </a:lnTo>
                  <a:lnTo>
                    <a:pt x="9" y="19"/>
                  </a:lnTo>
                  <a:lnTo>
                    <a:pt x="23" y="23"/>
                  </a:lnTo>
                  <a:lnTo>
                    <a:pt x="32" y="27"/>
                  </a:lnTo>
                  <a:lnTo>
                    <a:pt x="43" y="33"/>
                  </a:lnTo>
                  <a:lnTo>
                    <a:pt x="51" y="38"/>
                  </a:lnTo>
                  <a:lnTo>
                    <a:pt x="59" y="43"/>
                  </a:lnTo>
                  <a:lnTo>
                    <a:pt x="66" y="48"/>
                  </a:lnTo>
                  <a:lnTo>
                    <a:pt x="73" y="55"/>
                  </a:lnTo>
                  <a:lnTo>
                    <a:pt x="79" y="61"/>
                  </a:lnTo>
                  <a:lnTo>
                    <a:pt x="87" y="68"/>
                  </a:lnTo>
                  <a:lnTo>
                    <a:pt x="107" y="95"/>
                  </a:lnTo>
                  <a:lnTo>
                    <a:pt x="123" y="93"/>
                  </a:lnTo>
                  <a:lnTo>
                    <a:pt x="123" y="1"/>
                  </a:lnTo>
                  <a:lnTo>
                    <a:pt x="107" y="0"/>
                  </a:lnTo>
                  <a:lnTo>
                    <a:pt x="93" y="44"/>
                  </a:lnTo>
                  <a:lnTo>
                    <a:pt x="80" y="38"/>
                  </a:lnTo>
                  <a:lnTo>
                    <a:pt x="61" y="27"/>
                  </a:lnTo>
                  <a:lnTo>
                    <a:pt x="46" y="18"/>
                  </a:lnTo>
                  <a:lnTo>
                    <a:pt x="34" y="13"/>
                  </a:lnTo>
                  <a:lnTo>
                    <a:pt x="21" y="9"/>
                  </a:lnTo>
                  <a:lnTo>
                    <a:pt x="9" y="7"/>
                  </a:lnTo>
                  <a:lnTo>
                    <a:pt x="0" y="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5"/>
            <p:cNvSpPr/>
            <p:nvPr/>
          </p:nvSpPr>
          <p:spPr>
            <a:xfrm>
              <a:off x="1185" y="2984"/>
              <a:ext cx="63" cy="67"/>
            </a:xfrm>
            <a:custGeom>
              <a:rect b="b" l="l" r="r" t="t"/>
              <a:pathLst>
                <a:path extrusionOk="0" h="67" w="63">
                  <a:moveTo>
                    <a:pt x="62" y="0"/>
                  </a:moveTo>
                  <a:lnTo>
                    <a:pt x="39" y="2"/>
                  </a:lnTo>
                  <a:lnTo>
                    <a:pt x="15" y="8"/>
                  </a:lnTo>
                  <a:lnTo>
                    <a:pt x="4" y="16"/>
                  </a:lnTo>
                  <a:lnTo>
                    <a:pt x="0" y="23"/>
                  </a:lnTo>
                  <a:lnTo>
                    <a:pt x="0" y="28"/>
                  </a:lnTo>
                  <a:lnTo>
                    <a:pt x="1" y="35"/>
                  </a:lnTo>
                  <a:lnTo>
                    <a:pt x="9" y="45"/>
                  </a:lnTo>
                  <a:lnTo>
                    <a:pt x="31" y="57"/>
                  </a:lnTo>
                  <a:lnTo>
                    <a:pt x="62" y="66"/>
                  </a:lnTo>
                  <a:lnTo>
                    <a:pt x="62" y="0"/>
                  </a:lnTo>
                </a:path>
              </a:pathLst>
            </a:custGeom>
            <a:solidFill>
              <a:srgbClr val="DADADA"/>
            </a:solidFill>
            <a:ln cap="rnd" cmpd="sng" w="127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5"/>
            <p:cNvSpPr/>
            <p:nvPr/>
          </p:nvSpPr>
          <p:spPr>
            <a:xfrm>
              <a:off x="1266" y="3197"/>
              <a:ext cx="55" cy="67"/>
            </a:xfrm>
            <a:custGeom>
              <a:rect b="b" l="l" r="r" t="t"/>
              <a:pathLst>
                <a:path extrusionOk="0" h="67" w="55">
                  <a:moveTo>
                    <a:pt x="0" y="0"/>
                  </a:moveTo>
                  <a:lnTo>
                    <a:pt x="0" y="66"/>
                  </a:lnTo>
                  <a:lnTo>
                    <a:pt x="26" y="61"/>
                  </a:lnTo>
                  <a:lnTo>
                    <a:pt x="35" y="58"/>
                  </a:lnTo>
                  <a:lnTo>
                    <a:pt x="42" y="54"/>
                  </a:lnTo>
                  <a:lnTo>
                    <a:pt x="49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2" y="30"/>
                  </a:lnTo>
                  <a:lnTo>
                    <a:pt x="44" y="21"/>
                  </a:lnTo>
                  <a:lnTo>
                    <a:pt x="34" y="13"/>
                  </a:lnTo>
                  <a:lnTo>
                    <a:pt x="13" y="4"/>
                  </a:lnTo>
                  <a:lnTo>
                    <a:pt x="0" y="0"/>
                  </a:lnTo>
                </a:path>
              </a:pathLst>
            </a:custGeom>
            <a:solidFill>
              <a:srgbClr val="DADADA"/>
            </a:solidFill>
            <a:ln cap="rnd" cmpd="sng" w="1270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5"/>
            <p:cNvSpPr/>
            <p:nvPr/>
          </p:nvSpPr>
          <p:spPr>
            <a:xfrm>
              <a:off x="979" y="2876"/>
              <a:ext cx="37" cy="15"/>
            </a:xfrm>
            <a:custGeom>
              <a:rect b="b" l="l" r="r" t="t"/>
              <a:pathLst>
                <a:path extrusionOk="0" h="15" w="37">
                  <a:moveTo>
                    <a:pt x="36" y="0"/>
                  </a:moveTo>
                  <a:lnTo>
                    <a:pt x="9" y="14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solidFill>
              <a:srgbClr val="A9A562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5"/>
            <p:cNvSpPr/>
            <p:nvPr/>
          </p:nvSpPr>
          <p:spPr>
            <a:xfrm>
              <a:off x="1486" y="2877"/>
              <a:ext cx="35" cy="16"/>
            </a:xfrm>
            <a:custGeom>
              <a:rect b="b" l="l" r="r" t="t"/>
              <a:pathLst>
                <a:path extrusionOk="0" h="16" w="35">
                  <a:moveTo>
                    <a:pt x="0" y="0"/>
                  </a:moveTo>
                  <a:lnTo>
                    <a:pt x="34" y="0"/>
                  </a:lnTo>
                  <a:lnTo>
                    <a:pt x="34" y="13"/>
                  </a:lnTo>
                  <a:lnTo>
                    <a:pt x="28" y="15"/>
                  </a:lnTo>
                  <a:lnTo>
                    <a:pt x="0" y="0"/>
                  </a:lnTo>
                </a:path>
              </a:pathLst>
            </a:custGeom>
            <a:solidFill>
              <a:srgbClr val="A9A562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5"/>
            <p:cNvSpPr/>
            <p:nvPr/>
          </p:nvSpPr>
          <p:spPr>
            <a:xfrm>
              <a:off x="1125" y="3381"/>
              <a:ext cx="256" cy="5"/>
            </a:xfrm>
            <a:custGeom>
              <a:rect b="b" l="l" r="r" t="t"/>
              <a:pathLst>
                <a:path extrusionOk="0" h="5" w="256">
                  <a:moveTo>
                    <a:pt x="255" y="4"/>
                  </a:moveTo>
                  <a:lnTo>
                    <a:pt x="251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255" y="4"/>
                  </a:lnTo>
                </a:path>
              </a:pathLst>
            </a:custGeom>
            <a:solidFill>
              <a:srgbClr val="A9A562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5"/>
            <p:cNvSpPr/>
            <p:nvPr/>
          </p:nvSpPr>
          <p:spPr>
            <a:xfrm>
              <a:off x="966" y="2856"/>
              <a:ext cx="571" cy="545"/>
            </a:xfrm>
            <a:custGeom>
              <a:rect b="b" l="l" r="r" t="t"/>
              <a:pathLst>
                <a:path extrusionOk="0" h="545" w="571">
                  <a:moveTo>
                    <a:pt x="437" y="544"/>
                  </a:moveTo>
                  <a:lnTo>
                    <a:pt x="430" y="520"/>
                  </a:lnTo>
                  <a:lnTo>
                    <a:pt x="473" y="473"/>
                  </a:lnTo>
                  <a:lnTo>
                    <a:pt x="488" y="452"/>
                  </a:lnTo>
                  <a:lnTo>
                    <a:pt x="505" y="420"/>
                  </a:lnTo>
                  <a:lnTo>
                    <a:pt x="515" y="399"/>
                  </a:lnTo>
                  <a:lnTo>
                    <a:pt x="525" y="367"/>
                  </a:lnTo>
                  <a:lnTo>
                    <a:pt x="536" y="311"/>
                  </a:lnTo>
                  <a:lnTo>
                    <a:pt x="539" y="267"/>
                  </a:lnTo>
                  <a:lnTo>
                    <a:pt x="531" y="206"/>
                  </a:lnTo>
                  <a:lnTo>
                    <a:pt x="513" y="152"/>
                  </a:lnTo>
                  <a:lnTo>
                    <a:pt x="488" y="103"/>
                  </a:lnTo>
                  <a:lnTo>
                    <a:pt x="474" y="80"/>
                  </a:lnTo>
                  <a:lnTo>
                    <a:pt x="470" y="66"/>
                  </a:lnTo>
                  <a:lnTo>
                    <a:pt x="473" y="53"/>
                  </a:lnTo>
                  <a:lnTo>
                    <a:pt x="481" y="41"/>
                  </a:lnTo>
                  <a:lnTo>
                    <a:pt x="499" y="38"/>
                  </a:lnTo>
                  <a:lnTo>
                    <a:pt x="548" y="61"/>
                  </a:lnTo>
                  <a:lnTo>
                    <a:pt x="570" y="50"/>
                  </a:lnTo>
                  <a:lnTo>
                    <a:pt x="570" y="0"/>
                  </a:lnTo>
                  <a:lnTo>
                    <a:pt x="0" y="0"/>
                  </a:lnTo>
                  <a:lnTo>
                    <a:pt x="0" y="50"/>
                  </a:lnTo>
                  <a:lnTo>
                    <a:pt x="21" y="61"/>
                  </a:lnTo>
                  <a:lnTo>
                    <a:pt x="59" y="41"/>
                  </a:lnTo>
                  <a:lnTo>
                    <a:pt x="71" y="38"/>
                  </a:lnTo>
                  <a:lnTo>
                    <a:pt x="83" y="39"/>
                  </a:lnTo>
                  <a:lnTo>
                    <a:pt x="94" y="46"/>
                  </a:lnTo>
                  <a:lnTo>
                    <a:pt x="98" y="58"/>
                  </a:lnTo>
                  <a:lnTo>
                    <a:pt x="94" y="80"/>
                  </a:lnTo>
                  <a:lnTo>
                    <a:pt x="85" y="98"/>
                  </a:lnTo>
                  <a:lnTo>
                    <a:pt x="74" y="114"/>
                  </a:lnTo>
                  <a:lnTo>
                    <a:pt x="59" y="143"/>
                  </a:lnTo>
                  <a:lnTo>
                    <a:pt x="47" y="177"/>
                  </a:lnTo>
                  <a:lnTo>
                    <a:pt x="40" y="206"/>
                  </a:lnTo>
                  <a:lnTo>
                    <a:pt x="35" y="246"/>
                  </a:lnTo>
                  <a:lnTo>
                    <a:pt x="33" y="275"/>
                  </a:lnTo>
                  <a:lnTo>
                    <a:pt x="33" y="291"/>
                  </a:lnTo>
                  <a:lnTo>
                    <a:pt x="35" y="320"/>
                  </a:lnTo>
                  <a:lnTo>
                    <a:pt x="38" y="341"/>
                  </a:lnTo>
                  <a:lnTo>
                    <a:pt x="49" y="381"/>
                  </a:lnTo>
                  <a:lnTo>
                    <a:pt x="62" y="411"/>
                  </a:lnTo>
                  <a:lnTo>
                    <a:pt x="77" y="440"/>
                  </a:lnTo>
                  <a:lnTo>
                    <a:pt x="128" y="501"/>
                  </a:lnTo>
                  <a:lnTo>
                    <a:pt x="145" y="518"/>
                  </a:lnTo>
                  <a:lnTo>
                    <a:pt x="140" y="544"/>
                  </a:lnTo>
                  <a:lnTo>
                    <a:pt x="159" y="529"/>
                  </a:lnTo>
                  <a:lnTo>
                    <a:pt x="165" y="502"/>
                  </a:lnTo>
                  <a:lnTo>
                    <a:pt x="141" y="481"/>
                  </a:lnTo>
                  <a:lnTo>
                    <a:pt x="122" y="465"/>
                  </a:lnTo>
                  <a:lnTo>
                    <a:pt x="108" y="451"/>
                  </a:lnTo>
                  <a:lnTo>
                    <a:pt x="91" y="428"/>
                  </a:lnTo>
                  <a:lnTo>
                    <a:pt x="79" y="410"/>
                  </a:lnTo>
                  <a:lnTo>
                    <a:pt x="68" y="387"/>
                  </a:lnTo>
                  <a:lnTo>
                    <a:pt x="61" y="370"/>
                  </a:lnTo>
                  <a:lnTo>
                    <a:pt x="55" y="351"/>
                  </a:lnTo>
                  <a:lnTo>
                    <a:pt x="50" y="327"/>
                  </a:lnTo>
                  <a:lnTo>
                    <a:pt x="47" y="296"/>
                  </a:lnTo>
                  <a:lnTo>
                    <a:pt x="47" y="265"/>
                  </a:lnTo>
                  <a:lnTo>
                    <a:pt x="50" y="238"/>
                  </a:lnTo>
                  <a:lnTo>
                    <a:pt x="54" y="214"/>
                  </a:lnTo>
                  <a:lnTo>
                    <a:pt x="59" y="191"/>
                  </a:lnTo>
                  <a:lnTo>
                    <a:pt x="68" y="167"/>
                  </a:lnTo>
                  <a:lnTo>
                    <a:pt x="77" y="145"/>
                  </a:lnTo>
                  <a:lnTo>
                    <a:pt x="100" y="106"/>
                  </a:lnTo>
                  <a:lnTo>
                    <a:pt x="117" y="79"/>
                  </a:lnTo>
                  <a:lnTo>
                    <a:pt x="117" y="58"/>
                  </a:lnTo>
                  <a:lnTo>
                    <a:pt x="110" y="39"/>
                  </a:lnTo>
                  <a:lnTo>
                    <a:pt x="90" y="20"/>
                  </a:lnTo>
                  <a:lnTo>
                    <a:pt x="54" y="20"/>
                  </a:lnTo>
                  <a:lnTo>
                    <a:pt x="22" y="38"/>
                  </a:lnTo>
                  <a:lnTo>
                    <a:pt x="11" y="35"/>
                  </a:lnTo>
                  <a:lnTo>
                    <a:pt x="11" y="18"/>
                  </a:lnTo>
                  <a:lnTo>
                    <a:pt x="556" y="18"/>
                  </a:lnTo>
                  <a:lnTo>
                    <a:pt x="556" y="38"/>
                  </a:lnTo>
                  <a:lnTo>
                    <a:pt x="549" y="40"/>
                  </a:lnTo>
                  <a:lnTo>
                    <a:pt x="512" y="21"/>
                  </a:lnTo>
                  <a:lnTo>
                    <a:pt x="472" y="21"/>
                  </a:lnTo>
                  <a:lnTo>
                    <a:pt x="463" y="29"/>
                  </a:lnTo>
                  <a:lnTo>
                    <a:pt x="455" y="38"/>
                  </a:lnTo>
                  <a:lnTo>
                    <a:pt x="452" y="46"/>
                  </a:lnTo>
                  <a:lnTo>
                    <a:pt x="450" y="60"/>
                  </a:lnTo>
                  <a:lnTo>
                    <a:pt x="452" y="72"/>
                  </a:lnTo>
                  <a:lnTo>
                    <a:pt x="456" y="81"/>
                  </a:lnTo>
                  <a:lnTo>
                    <a:pt x="469" y="102"/>
                  </a:lnTo>
                  <a:lnTo>
                    <a:pt x="481" y="124"/>
                  </a:lnTo>
                  <a:lnTo>
                    <a:pt x="492" y="145"/>
                  </a:lnTo>
                  <a:lnTo>
                    <a:pt x="502" y="168"/>
                  </a:lnTo>
                  <a:lnTo>
                    <a:pt x="511" y="193"/>
                  </a:lnTo>
                  <a:lnTo>
                    <a:pt x="516" y="219"/>
                  </a:lnTo>
                  <a:lnTo>
                    <a:pt x="520" y="248"/>
                  </a:lnTo>
                  <a:lnTo>
                    <a:pt x="521" y="277"/>
                  </a:lnTo>
                  <a:lnTo>
                    <a:pt x="520" y="300"/>
                  </a:lnTo>
                  <a:lnTo>
                    <a:pt x="518" y="316"/>
                  </a:lnTo>
                  <a:lnTo>
                    <a:pt x="516" y="334"/>
                  </a:lnTo>
                  <a:lnTo>
                    <a:pt x="514" y="347"/>
                  </a:lnTo>
                  <a:lnTo>
                    <a:pt x="511" y="359"/>
                  </a:lnTo>
                  <a:lnTo>
                    <a:pt x="508" y="370"/>
                  </a:lnTo>
                  <a:lnTo>
                    <a:pt x="501" y="389"/>
                  </a:lnTo>
                  <a:lnTo>
                    <a:pt x="491" y="414"/>
                  </a:lnTo>
                  <a:lnTo>
                    <a:pt x="482" y="432"/>
                  </a:lnTo>
                  <a:lnTo>
                    <a:pt x="470" y="449"/>
                  </a:lnTo>
                  <a:lnTo>
                    <a:pt x="461" y="459"/>
                  </a:lnTo>
                  <a:lnTo>
                    <a:pt x="454" y="469"/>
                  </a:lnTo>
                  <a:lnTo>
                    <a:pt x="446" y="476"/>
                  </a:lnTo>
                  <a:lnTo>
                    <a:pt x="438" y="483"/>
                  </a:lnTo>
                  <a:lnTo>
                    <a:pt x="431" y="491"/>
                  </a:lnTo>
                  <a:lnTo>
                    <a:pt x="409" y="507"/>
                  </a:lnTo>
                  <a:lnTo>
                    <a:pt x="414" y="529"/>
                  </a:lnTo>
                  <a:lnTo>
                    <a:pt x="437" y="544"/>
                  </a:lnTo>
                </a:path>
              </a:pathLst>
            </a:custGeom>
            <a:solidFill>
              <a:srgbClr val="A9A562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5"/>
            <p:cNvSpPr/>
            <p:nvPr/>
          </p:nvSpPr>
          <p:spPr>
            <a:xfrm>
              <a:off x="1090" y="3172"/>
              <a:ext cx="157" cy="103"/>
            </a:xfrm>
            <a:custGeom>
              <a:rect b="b" l="l" r="r" t="t"/>
              <a:pathLst>
                <a:path extrusionOk="0" h="103" w="157">
                  <a:moveTo>
                    <a:pt x="156" y="87"/>
                  </a:moveTo>
                  <a:lnTo>
                    <a:pt x="137" y="87"/>
                  </a:lnTo>
                  <a:lnTo>
                    <a:pt x="118" y="81"/>
                  </a:lnTo>
                  <a:lnTo>
                    <a:pt x="103" y="75"/>
                  </a:lnTo>
                  <a:lnTo>
                    <a:pt x="83" y="65"/>
                  </a:lnTo>
                  <a:lnTo>
                    <a:pt x="65" y="54"/>
                  </a:lnTo>
                  <a:lnTo>
                    <a:pt x="50" y="41"/>
                  </a:lnTo>
                  <a:lnTo>
                    <a:pt x="39" y="29"/>
                  </a:lnTo>
                  <a:lnTo>
                    <a:pt x="28" y="15"/>
                  </a:lnTo>
                  <a:lnTo>
                    <a:pt x="17" y="1"/>
                  </a:lnTo>
                  <a:lnTo>
                    <a:pt x="0" y="0"/>
                  </a:lnTo>
                  <a:lnTo>
                    <a:pt x="0" y="98"/>
                  </a:lnTo>
                  <a:lnTo>
                    <a:pt x="17" y="98"/>
                  </a:lnTo>
                  <a:lnTo>
                    <a:pt x="37" y="51"/>
                  </a:lnTo>
                  <a:lnTo>
                    <a:pt x="66" y="75"/>
                  </a:lnTo>
                  <a:lnTo>
                    <a:pt x="84" y="84"/>
                  </a:lnTo>
                  <a:lnTo>
                    <a:pt x="106" y="94"/>
                  </a:lnTo>
                  <a:lnTo>
                    <a:pt x="124" y="98"/>
                  </a:lnTo>
                  <a:lnTo>
                    <a:pt x="141" y="100"/>
                  </a:lnTo>
                  <a:lnTo>
                    <a:pt x="156" y="102"/>
                  </a:lnTo>
                  <a:lnTo>
                    <a:pt x="156" y="87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5"/>
            <p:cNvSpPr/>
            <p:nvPr/>
          </p:nvSpPr>
          <p:spPr>
            <a:xfrm>
              <a:off x="977" y="2873"/>
              <a:ext cx="547" cy="513"/>
            </a:xfrm>
            <a:custGeom>
              <a:rect b="b" l="l" r="r" t="t"/>
              <a:pathLst>
                <a:path extrusionOk="0" h="513" w="547">
                  <a:moveTo>
                    <a:pt x="403" y="512"/>
                  </a:moveTo>
                  <a:lnTo>
                    <a:pt x="399" y="490"/>
                  </a:lnTo>
                  <a:lnTo>
                    <a:pt x="421" y="474"/>
                  </a:lnTo>
                  <a:lnTo>
                    <a:pt x="428" y="466"/>
                  </a:lnTo>
                  <a:lnTo>
                    <a:pt x="436" y="459"/>
                  </a:lnTo>
                  <a:lnTo>
                    <a:pt x="443" y="451"/>
                  </a:lnTo>
                  <a:lnTo>
                    <a:pt x="450" y="442"/>
                  </a:lnTo>
                  <a:lnTo>
                    <a:pt x="460" y="432"/>
                  </a:lnTo>
                  <a:lnTo>
                    <a:pt x="472" y="415"/>
                  </a:lnTo>
                  <a:lnTo>
                    <a:pt x="480" y="397"/>
                  </a:lnTo>
                  <a:lnTo>
                    <a:pt x="491" y="372"/>
                  </a:lnTo>
                  <a:lnTo>
                    <a:pt x="498" y="352"/>
                  </a:lnTo>
                  <a:lnTo>
                    <a:pt x="501" y="342"/>
                  </a:lnTo>
                  <a:lnTo>
                    <a:pt x="504" y="330"/>
                  </a:lnTo>
                  <a:lnTo>
                    <a:pt x="506" y="316"/>
                  </a:lnTo>
                  <a:lnTo>
                    <a:pt x="507" y="298"/>
                  </a:lnTo>
                  <a:lnTo>
                    <a:pt x="509" y="283"/>
                  </a:lnTo>
                  <a:lnTo>
                    <a:pt x="510" y="260"/>
                  </a:lnTo>
                  <a:lnTo>
                    <a:pt x="509" y="231"/>
                  </a:lnTo>
                  <a:lnTo>
                    <a:pt x="506" y="202"/>
                  </a:lnTo>
                  <a:lnTo>
                    <a:pt x="500" y="176"/>
                  </a:lnTo>
                  <a:lnTo>
                    <a:pt x="491" y="151"/>
                  </a:lnTo>
                  <a:lnTo>
                    <a:pt x="482" y="128"/>
                  </a:lnTo>
                  <a:lnTo>
                    <a:pt x="470" y="107"/>
                  </a:lnTo>
                  <a:lnTo>
                    <a:pt x="458" y="85"/>
                  </a:lnTo>
                  <a:lnTo>
                    <a:pt x="445" y="64"/>
                  </a:lnTo>
                  <a:lnTo>
                    <a:pt x="441" y="55"/>
                  </a:lnTo>
                  <a:lnTo>
                    <a:pt x="439" y="42"/>
                  </a:lnTo>
                  <a:lnTo>
                    <a:pt x="442" y="29"/>
                  </a:lnTo>
                  <a:lnTo>
                    <a:pt x="445" y="20"/>
                  </a:lnTo>
                  <a:lnTo>
                    <a:pt x="453" y="12"/>
                  </a:lnTo>
                  <a:lnTo>
                    <a:pt x="462" y="4"/>
                  </a:lnTo>
                  <a:lnTo>
                    <a:pt x="543" y="4"/>
                  </a:lnTo>
                  <a:lnTo>
                    <a:pt x="543" y="16"/>
                  </a:lnTo>
                  <a:lnTo>
                    <a:pt x="537" y="19"/>
                  </a:lnTo>
                  <a:lnTo>
                    <a:pt x="509" y="4"/>
                  </a:lnTo>
                  <a:lnTo>
                    <a:pt x="502" y="4"/>
                  </a:lnTo>
                  <a:lnTo>
                    <a:pt x="538" y="23"/>
                  </a:lnTo>
                  <a:lnTo>
                    <a:pt x="546" y="20"/>
                  </a:lnTo>
                  <a:lnTo>
                    <a:pt x="546" y="1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2" y="22"/>
                  </a:lnTo>
                  <a:lnTo>
                    <a:pt x="43" y="3"/>
                  </a:lnTo>
                  <a:lnTo>
                    <a:pt x="39" y="3"/>
                  </a:lnTo>
                  <a:lnTo>
                    <a:pt x="11" y="17"/>
                  </a:lnTo>
                  <a:lnTo>
                    <a:pt x="3" y="15"/>
                  </a:lnTo>
                  <a:lnTo>
                    <a:pt x="3" y="3"/>
                  </a:lnTo>
                  <a:lnTo>
                    <a:pt x="80" y="3"/>
                  </a:lnTo>
                  <a:lnTo>
                    <a:pt x="100" y="22"/>
                  </a:lnTo>
                  <a:lnTo>
                    <a:pt x="107" y="41"/>
                  </a:lnTo>
                  <a:lnTo>
                    <a:pt x="107" y="61"/>
                  </a:lnTo>
                  <a:lnTo>
                    <a:pt x="90" y="89"/>
                  </a:lnTo>
                  <a:lnTo>
                    <a:pt x="66" y="128"/>
                  </a:lnTo>
                  <a:lnTo>
                    <a:pt x="57" y="150"/>
                  </a:lnTo>
                  <a:lnTo>
                    <a:pt x="48" y="174"/>
                  </a:lnTo>
                  <a:lnTo>
                    <a:pt x="43" y="197"/>
                  </a:lnTo>
                  <a:lnTo>
                    <a:pt x="39" y="220"/>
                  </a:lnTo>
                  <a:lnTo>
                    <a:pt x="36" y="248"/>
                  </a:lnTo>
                  <a:lnTo>
                    <a:pt x="36" y="279"/>
                  </a:lnTo>
                  <a:lnTo>
                    <a:pt x="39" y="310"/>
                  </a:lnTo>
                  <a:lnTo>
                    <a:pt x="44" y="334"/>
                  </a:lnTo>
                  <a:lnTo>
                    <a:pt x="50" y="352"/>
                  </a:lnTo>
                  <a:lnTo>
                    <a:pt x="57" y="370"/>
                  </a:lnTo>
                  <a:lnTo>
                    <a:pt x="69" y="393"/>
                  </a:lnTo>
                  <a:lnTo>
                    <a:pt x="80" y="411"/>
                  </a:lnTo>
                  <a:lnTo>
                    <a:pt x="98" y="433"/>
                  </a:lnTo>
                  <a:lnTo>
                    <a:pt x="111" y="448"/>
                  </a:lnTo>
                  <a:lnTo>
                    <a:pt x="130" y="464"/>
                  </a:lnTo>
                  <a:lnTo>
                    <a:pt x="155" y="484"/>
                  </a:lnTo>
                  <a:lnTo>
                    <a:pt x="148" y="512"/>
                  </a:lnTo>
                  <a:lnTo>
                    <a:pt x="155" y="508"/>
                  </a:lnTo>
                  <a:lnTo>
                    <a:pt x="159" y="481"/>
                  </a:lnTo>
                  <a:lnTo>
                    <a:pt x="141" y="467"/>
                  </a:lnTo>
                  <a:lnTo>
                    <a:pt x="122" y="452"/>
                  </a:lnTo>
                  <a:lnTo>
                    <a:pt x="104" y="434"/>
                  </a:lnTo>
                  <a:lnTo>
                    <a:pt x="88" y="415"/>
                  </a:lnTo>
                  <a:lnTo>
                    <a:pt x="78" y="400"/>
                  </a:lnTo>
                  <a:lnTo>
                    <a:pt x="70" y="387"/>
                  </a:lnTo>
                  <a:lnTo>
                    <a:pt x="62" y="371"/>
                  </a:lnTo>
                  <a:lnTo>
                    <a:pt x="55" y="354"/>
                  </a:lnTo>
                  <a:lnTo>
                    <a:pt x="48" y="334"/>
                  </a:lnTo>
                  <a:lnTo>
                    <a:pt x="44" y="313"/>
                  </a:lnTo>
                  <a:lnTo>
                    <a:pt x="41" y="299"/>
                  </a:lnTo>
                  <a:lnTo>
                    <a:pt x="39" y="265"/>
                  </a:lnTo>
                  <a:lnTo>
                    <a:pt x="40" y="242"/>
                  </a:lnTo>
                  <a:lnTo>
                    <a:pt x="44" y="212"/>
                  </a:lnTo>
                  <a:lnTo>
                    <a:pt x="52" y="171"/>
                  </a:lnTo>
                  <a:lnTo>
                    <a:pt x="68" y="131"/>
                  </a:lnTo>
                  <a:lnTo>
                    <a:pt x="86" y="101"/>
                  </a:lnTo>
                  <a:lnTo>
                    <a:pt x="110" y="64"/>
                  </a:lnTo>
                  <a:lnTo>
                    <a:pt x="110" y="41"/>
                  </a:lnTo>
                  <a:lnTo>
                    <a:pt x="102" y="19"/>
                  </a:lnTo>
                  <a:lnTo>
                    <a:pt x="84" y="5"/>
                  </a:lnTo>
                  <a:lnTo>
                    <a:pt x="456" y="5"/>
                  </a:lnTo>
                  <a:lnTo>
                    <a:pt x="448" y="9"/>
                  </a:lnTo>
                  <a:lnTo>
                    <a:pt x="443" y="15"/>
                  </a:lnTo>
                  <a:lnTo>
                    <a:pt x="438" y="25"/>
                  </a:lnTo>
                  <a:lnTo>
                    <a:pt x="435" y="37"/>
                  </a:lnTo>
                  <a:lnTo>
                    <a:pt x="435" y="50"/>
                  </a:lnTo>
                  <a:lnTo>
                    <a:pt x="441" y="64"/>
                  </a:lnTo>
                  <a:lnTo>
                    <a:pt x="445" y="71"/>
                  </a:lnTo>
                  <a:lnTo>
                    <a:pt x="451" y="81"/>
                  </a:lnTo>
                  <a:lnTo>
                    <a:pt x="460" y="96"/>
                  </a:lnTo>
                  <a:lnTo>
                    <a:pt x="467" y="109"/>
                  </a:lnTo>
                  <a:lnTo>
                    <a:pt x="484" y="143"/>
                  </a:lnTo>
                  <a:lnTo>
                    <a:pt x="492" y="163"/>
                  </a:lnTo>
                  <a:lnTo>
                    <a:pt x="498" y="181"/>
                  </a:lnTo>
                  <a:lnTo>
                    <a:pt x="502" y="202"/>
                  </a:lnTo>
                  <a:lnTo>
                    <a:pt x="506" y="231"/>
                  </a:lnTo>
                  <a:lnTo>
                    <a:pt x="506" y="272"/>
                  </a:lnTo>
                  <a:lnTo>
                    <a:pt x="501" y="319"/>
                  </a:lnTo>
                  <a:lnTo>
                    <a:pt x="491" y="359"/>
                  </a:lnTo>
                  <a:lnTo>
                    <a:pt x="482" y="385"/>
                  </a:lnTo>
                  <a:lnTo>
                    <a:pt x="469" y="409"/>
                  </a:lnTo>
                  <a:lnTo>
                    <a:pt x="445" y="441"/>
                  </a:lnTo>
                  <a:lnTo>
                    <a:pt x="427" y="460"/>
                  </a:lnTo>
                  <a:lnTo>
                    <a:pt x="415" y="472"/>
                  </a:lnTo>
                  <a:lnTo>
                    <a:pt x="394" y="488"/>
                  </a:lnTo>
                  <a:lnTo>
                    <a:pt x="399" y="508"/>
                  </a:lnTo>
                  <a:lnTo>
                    <a:pt x="403" y="512"/>
                  </a:lnTo>
                </a:path>
              </a:pathLst>
            </a:custGeom>
            <a:solidFill>
              <a:schemeClr val="dk1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1266" y="3060"/>
              <a:ext cx="156" cy="216"/>
            </a:xfrm>
            <a:custGeom>
              <a:rect b="b" l="l" r="r" t="t"/>
              <a:pathLst>
                <a:path extrusionOk="0" h="216" w="156">
                  <a:moveTo>
                    <a:pt x="0" y="0"/>
                  </a:moveTo>
                  <a:lnTo>
                    <a:pt x="0" y="137"/>
                  </a:lnTo>
                  <a:lnTo>
                    <a:pt x="13" y="141"/>
                  </a:lnTo>
                  <a:lnTo>
                    <a:pt x="34" y="149"/>
                  </a:lnTo>
                  <a:lnTo>
                    <a:pt x="44" y="157"/>
                  </a:lnTo>
                  <a:lnTo>
                    <a:pt x="51" y="166"/>
                  </a:lnTo>
                  <a:lnTo>
                    <a:pt x="54" y="172"/>
                  </a:lnTo>
                  <a:lnTo>
                    <a:pt x="53" y="179"/>
                  </a:lnTo>
                  <a:lnTo>
                    <a:pt x="49" y="186"/>
                  </a:lnTo>
                  <a:lnTo>
                    <a:pt x="42" y="189"/>
                  </a:lnTo>
                  <a:lnTo>
                    <a:pt x="35" y="193"/>
                  </a:lnTo>
                  <a:lnTo>
                    <a:pt x="26" y="196"/>
                  </a:lnTo>
                  <a:lnTo>
                    <a:pt x="0" y="201"/>
                  </a:lnTo>
                  <a:lnTo>
                    <a:pt x="0" y="215"/>
                  </a:lnTo>
                  <a:lnTo>
                    <a:pt x="34" y="212"/>
                  </a:lnTo>
                  <a:lnTo>
                    <a:pt x="80" y="201"/>
                  </a:lnTo>
                  <a:lnTo>
                    <a:pt x="109" y="189"/>
                  </a:lnTo>
                  <a:lnTo>
                    <a:pt x="126" y="178"/>
                  </a:lnTo>
                  <a:lnTo>
                    <a:pt x="141" y="161"/>
                  </a:lnTo>
                  <a:lnTo>
                    <a:pt x="151" y="141"/>
                  </a:lnTo>
                  <a:lnTo>
                    <a:pt x="155" y="120"/>
                  </a:lnTo>
                  <a:lnTo>
                    <a:pt x="153" y="103"/>
                  </a:lnTo>
                  <a:lnTo>
                    <a:pt x="142" y="79"/>
                  </a:lnTo>
                  <a:lnTo>
                    <a:pt x="129" y="63"/>
                  </a:lnTo>
                  <a:lnTo>
                    <a:pt x="122" y="57"/>
                  </a:lnTo>
                  <a:lnTo>
                    <a:pt x="0" y="0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5"/>
            <p:cNvSpPr/>
            <p:nvPr/>
          </p:nvSpPr>
          <p:spPr>
            <a:xfrm>
              <a:off x="1247" y="2929"/>
              <a:ext cx="18" cy="403"/>
            </a:xfrm>
            <a:custGeom>
              <a:rect b="b" l="l" r="r" t="t"/>
              <a:pathLst>
                <a:path extrusionOk="0" h="403" w="18">
                  <a:moveTo>
                    <a:pt x="0" y="331"/>
                  </a:moveTo>
                  <a:lnTo>
                    <a:pt x="0" y="402"/>
                  </a:lnTo>
                  <a:lnTo>
                    <a:pt x="17" y="40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331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7" name="Google Shape;607;p35"/>
          <p:cNvSpPr/>
          <p:nvPr/>
        </p:nvSpPr>
        <p:spPr>
          <a:xfrm>
            <a:off x="854075" y="4951413"/>
            <a:ext cx="2098675" cy="407987"/>
          </a:xfrm>
          <a:prstGeom prst="rect">
            <a:avLst/>
          </a:prstGeom>
          <a:noFill/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0E30"/>
              </a:buClr>
              <a:buSzPts val="2100"/>
              <a:buFont typeface="Arial"/>
              <a:buNone/>
            </a:pPr>
            <a:r>
              <a:rPr b="1" lang="en-US" sz="2100" u="non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Contributions</a:t>
            </a:r>
            <a:endParaRPr/>
          </a:p>
        </p:txBody>
      </p:sp>
      <p:cxnSp>
        <p:nvCxnSpPr>
          <p:cNvPr id="608" name="Google Shape;608;p35"/>
          <p:cNvCxnSpPr/>
          <p:nvPr/>
        </p:nvCxnSpPr>
        <p:spPr>
          <a:xfrm>
            <a:off x="2366963" y="4546600"/>
            <a:ext cx="1057275" cy="0"/>
          </a:xfrm>
          <a:prstGeom prst="straightConnector1">
            <a:avLst/>
          </a:prstGeom>
          <a:noFill/>
          <a:ln cap="flat" cmpd="sng" w="76200">
            <a:solidFill>
              <a:srgbClr val="CF0E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9" name="Google Shape;609;p35"/>
          <p:cNvCxnSpPr/>
          <p:nvPr/>
        </p:nvCxnSpPr>
        <p:spPr>
          <a:xfrm>
            <a:off x="5597525" y="3689350"/>
            <a:ext cx="1381125" cy="1588"/>
          </a:xfrm>
          <a:prstGeom prst="straightConnector1">
            <a:avLst/>
          </a:prstGeom>
          <a:noFill/>
          <a:ln cap="flat" cmpd="sng" w="76200">
            <a:solidFill>
              <a:srgbClr val="CF0E3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35"/>
          <p:cNvCxnSpPr/>
          <p:nvPr/>
        </p:nvCxnSpPr>
        <p:spPr>
          <a:xfrm>
            <a:off x="7475538" y="4165600"/>
            <a:ext cx="0" cy="388938"/>
          </a:xfrm>
          <a:prstGeom prst="straightConnector1">
            <a:avLst/>
          </a:prstGeom>
          <a:noFill/>
          <a:ln cap="flat" cmpd="sng" w="76200">
            <a:solidFill>
              <a:srgbClr val="CF0E3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1" name="Google Shape;611;p35"/>
          <p:cNvGrpSpPr/>
          <p:nvPr/>
        </p:nvGrpSpPr>
        <p:grpSpPr>
          <a:xfrm>
            <a:off x="7048500" y="3289300"/>
            <a:ext cx="863600" cy="811213"/>
            <a:chOff x="4662" y="2316"/>
            <a:chExt cx="571" cy="545"/>
          </a:xfrm>
        </p:grpSpPr>
        <p:sp>
          <p:nvSpPr>
            <p:cNvPr id="612" name="Google Shape;612;p35"/>
            <p:cNvSpPr/>
            <p:nvPr/>
          </p:nvSpPr>
          <p:spPr>
            <a:xfrm>
              <a:off x="4786" y="2417"/>
              <a:ext cx="371" cy="411"/>
            </a:xfrm>
            <a:custGeom>
              <a:rect b="b" l="l" r="r" t="t"/>
              <a:pathLst>
                <a:path extrusionOk="0" h="411" w="371">
                  <a:moveTo>
                    <a:pt x="299" y="0"/>
                  </a:moveTo>
                  <a:lnTo>
                    <a:pt x="300" y="14"/>
                  </a:lnTo>
                  <a:lnTo>
                    <a:pt x="299" y="108"/>
                  </a:lnTo>
                  <a:lnTo>
                    <a:pt x="284" y="110"/>
                  </a:lnTo>
                  <a:lnTo>
                    <a:pt x="263" y="82"/>
                  </a:lnTo>
                  <a:lnTo>
                    <a:pt x="256" y="75"/>
                  </a:lnTo>
                  <a:lnTo>
                    <a:pt x="249" y="69"/>
                  </a:lnTo>
                  <a:lnTo>
                    <a:pt x="242" y="62"/>
                  </a:lnTo>
                  <a:lnTo>
                    <a:pt x="235" y="57"/>
                  </a:lnTo>
                  <a:lnTo>
                    <a:pt x="227" y="51"/>
                  </a:lnTo>
                  <a:lnTo>
                    <a:pt x="219" y="46"/>
                  </a:lnTo>
                  <a:lnTo>
                    <a:pt x="208" y="40"/>
                  </a:lnTo>
                  <a:lnTo>
                    <a:pt x="199" y="36"/>
                  </a:lnTo>
                  <a:lnTo>
                    <a:pt x="185" y="32"/>
                  </a:lnTo>
                  <a:lnTo>
                    <a:pt x="176" y="30"/>
                  </a:lnTo>
                  <a:lnTo>
                    <a:pt x="176" y="103"/>
                  </a:lnTo>
                  <a:lnTo>
                    <a:pt x="299" y="160"/>
                  </a:lnTo>
                  <a:lnTo>
                    <a:pt x="306" y="166"/>
                  </a:lnTo>
                  <a:lnTo>
                    <a:pt x="319" y="182"/>
                  </a:lnTo>
                  <a:lnTo>
                    <a:pt x="331" y="206"/>
                  </a:lnTo>
                  <a:lnTo>
                    <a:pt x="332" y="224"/>
                  </a:lnTo>
                  <a:lnTo>
                    <a:pt x="328" y="244"/>
                  </a:lnTo>
                  <a:lnTo>
                    <a:pt x="317" y="268"/>
                  </a:lnTo>
                  <a:lnTo>
                    <a:pt x="301" y="283"/>
                  </a:lnTo>
                  <a:lnTo>
                    <a:pt x="286" y="293"/>
                  </a:lnTo>
                  <a:lnTo>
                    <a:pt x="258" y="305"/>
                  </a:lnTo>
                  <a:lnTo>
                    <a:pt x="210" y="317"/>
                  </a:lnTo>
                  <a:lnTo>
                    <a:pt x="176" y="319"/>
                  </a:lnTo>
                  <a:lnTo>
                    <a:pt x="176" y="375"/>
                  </a:lnTo>
                  <a:lnTo>
                    <a:pt x="157" y="375"/>
                  </a:lnTo>
                  <a:lnTo>
                    <a:pt x="157" y="319"/>
                  </a:lnTo>
                  <a:lnTo>
                    <a:pt x="141" y="317"/>
                  </a:lnTo>
                  <a:lnTo>
                    <a:pt x="124" y="314"/>
                  </a:lnTo>
                  <a:lnTo>
                    <a:pt x="107" y="310"/>
                  </a:lnTo>
                  <a:lnTo>
                    <a:pt x="85" y="301"/>
                  </a:lnTo>
                  <a:lnTo>
                    <a:pt x="67" y="291"/>
                  </a:lnTo>
                  <a:lnTo>
                    <a:pt x="38" y="267"/>
                  </a:lnTo>
                  <a:lnTo>
                    <a:pt x="18" y="314"/>
                  </a:lnTo>
                  <a:lnTo>
                    <a:pt x="0" y="314"/>
                  </a:lnTo>
                  <a:lnTo>
                    <a:pt x="0" y="330"/>
                  </a:lnTo>
                  <a:lnTo>
                    <a:pt x="16" y="347"/>
                  </a:lnTo>
                  <a:lnTo>
                    <a:pt x="65" y="386"/>
                  </a:lnTo>
                  <a:lnTo>
                    <a:pt x="86" y="395"/>
                  </a:lnTo>
                  <a:lnTo>
                    <a:pt x="119" y="405"/>
                  </a:lnTo>
                  <a:lnTo>
                    <a:pt x="149" y="410"/>
                  </a:lnTo>
                  <a:lnTo>
                    <a:pt x="186" y="408"/>
                  </a:lnTo>
                  <a:lnTo>
                    <a:pt x="222" y="399"/>
                  </a:lnTo>
                  <a:lnTo>
                    <a:pt x="256" y="383"/>
                  </a:lnTo>
                  <a:lnTo>
                    <a:pt x="298" y="352"/>
                  </a:lnTo>
                  <a:lnTo>
                    <a:pt x="325" y="321"/>
                  </a:lnTo>
                  <a:lnTo>
                    <a:pt x="336" y="303"/>
                  </a:lnTo>
                  <a:lnTo>
                    <a:pt x="347" y="281"/>
                  </a:lnTo>
                  <a:lnTo>
                    <a:pt x="355" y="263"/>
                  </a:lnTo>
                  <a:lnTo>
                    <a:pt x="365" y="224"/>
                  </a:lnTo>
                  <a:lnTo>
                    <a:pt x="369" y="205"/>
                  </a:lnTo>
                  <a:lnTo>
                    <a:pt x="370" y="180"/>
                  </a:lnTo>
                  <a:lnTo>
                    <a:pt x="368" y="136"/>
                  </a:lnTo>
                  <a:lnTo>
                    <a:pt x="363" y="111"/>
                  </a:lnTo>
                  <a:lnTo>
                    <a:pt x="358" y="94"/>
                  </a:lnTo>
                  <a:lnTo>
                    <a:pt x="346" y="64"/>
                  </a:lnTo>
                  <a:lnTo>
                    <a:pt x="337" y="49"/>
                  </a:lnTo>
                  <a:lnTo>
                    <a:pt x="322" y="27"/>
                  </a:lnTo>
                  <a:lnTo>
                    <a:pt x="299" y="0"/>
                  </a:lnTo>
                </a:path>
              </a:pathLst>
            </a:custGeom>
            <a:solidFill>
              <a:schemeClr val="accent2"/>
            </a:solidFill>
            <a:ln cap="rnd" cmpd="sng" w="12700">
              <a:solidFill>
                <a:srgbClr val="DADAD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5"/>
            <p:cNvSpPr/>
            <p:nvPr/>
          </p:nvSpPr>
          <p:spPr>
            <a:xfrm>
              <a:off x="4712" y="2338"/>
              <a:ext cx="232" cy="504"/>
            </a:xfrm>
            <a:custGeom>
              <a:rect b="b" l="l" r="r" t="t"/>
              <a:pathLst>
                <a:path extrusionOk="0" h="504" w="232">
                  <a:moveTo>
                    <a:pt x="231" y="0"/>
                  </a:moveTo>
                  <a:lnTo>
                    <a:pt x="45" y="0"/>
                  </a:lnTo>
                  <a:lnTo>
                    <a:pt x="63" y="14"/>
                  </a:lnTo>
                  <a:lnTo>
                    <a:pt x="71" y="36"/>
                  </a:lnTo>
                  <a:lnTo>
                    <a:pt x="71" y="60"/>
                  </a:lnTo>
                  <a:lnTo>
                    <a:pt x="47" y="97"/>
                  </a:lnTo>
                  <a:lnTo>
                    <a:pt x="29" y="126"/>
                  </a:lnTo>
                  <a:lnTo>
                    <a:pt x="13" y="166"/>
                  </a:lnTo>
                  <a:lnTo>
                    <a:pt x="5" y="207"/>
                  </a:lnTo>
                  <a:lnTo>
                    <a:pt x="1" y="237"/>
                  </a:lnTo>
                  <a:lnTo>
                    <a:pt x="0" y="261"/>
                  </a:lnTo>
                  <a:lnTo>
                    <a:pt x="2" y="294"/>
                  </a:lnTo>
                  <a:lnTo>
                    <a:pt x="5" y="308"/>
                  </a:lnTo>
                  <a:lnTo>
                    <a:pt x="9" y="329"/>
                  </a:lnTo>
                  <a:lnTo>
                    <a:pt x="16" y="349"/>
                  </a:lnTo>
                  <a:lnTo>
                    <a:pt x="23" y="367"/>
                  </a:lnTo>
                  <a:lnTo>
                    <a:pt x="31" y="382"/>
                  </a:lnTo>
                  <a:lnTo>
                    <a:pt x="39" y="396"/>
                  </a:lnTo>
                  <a:lnTo>
                    <a:pt x="49" y="410"/>
                  </a:lnTo>
                  <a:lnTo>
                    <a:pt x="65" y="429"/>
                  </a:lnTo>
                  <a:lnTo>
                    <a:pt x="83" y="447"/>
                  </a:lnTo>
                  <a:lnTo>
                    <a:pt x="102" y="462"/>
                  </a:lnTo>
                  <a:lnTo>
                    <a:pt x="120" y="476"/>
                  </a:lnTo>
                  <a:lnTo>
                    <a:pt x="115" y="503"/>
                  </a:lnTo>
                  <a:lnTo>
                    <a:pt x="223" y="503"/>
                  </a:lnTo>
                  <a:lnTo>
                    <a:pt x="223" y="490"/>
                  </a:lnTo>
                  <a:lnTo>
                    <a:pt x="193" y="485"/>
                  </a:lnTo>
                  <a:lnTo>
                    <a:pt x="160" y="475"/>
                  </a:lnTo>
                  <a:lnTo>
                    <a:pt x="139" y="465"/>
                  </a:lnTo>
                  <a:lnTo>
                    <a:pt x="90" y="427"/>
                  </a:lnTo>
                  <a:lnTo>
                    <a:pt x="74" y="410"/>
                  </a:lnTo>
                  <a:lnTo>
                    <a:pt x="54" y="378"/>
                  </a:lnTo>
                  <a:lnTo>
                    <a:pt x="45" y="361"/>
                  </a:lnTo>
                  <a:lnTo>
                    <a:pt x="38" y="343"/>
                  </a:lnTo>
                  <a:lnTo>
                    <a:pt x="32" y="326"/>
                  </a:lnTo>
                  <a:lnTo>
                    <a:pt x="28" y="310"/>
                  </a:lnTo>
                  <a:lnTo>
                    <a:pt x="25" y="293"/>
                  </a:lnTo>
                  <a:lnTo>
                    <a:pt x="22" y="263"/>
                  </a:lnTo>
                  <a:lnTo>
                    <a:pt x="23" y="228"/>
                  </a:lnTo>
                  <a:lnTo>
                    <a:pt x="28" y="197"/>
                  </a:lnTo>
                  <a:lnTo>
                    <a:pt x="36" y="167"/>
                  </a:lnTo>
                  <a:lnTo>
                    <a:pt x="41" y="154"/>
                  </a:lnTo>
                  <a:lnTo>
                    <a:pt x="52" y="130"/>
                  </a:lnTo>
                  <a:lnTo>
                    <a:pt x="70" y="105"/>
                  </a:lnTo>
                  <a:lnTo>
                    <a:pt x="86" y="84"/>
                  </a:lnTo>
                  <a:lnTo>
                    <a:pt x="122" y="52"/>
                  </a:lnTo>
                  <a:lnTo>
                    <a:pt x="153" y="34"/>
                  </a:lnTo>
                  <a:lnTo>
                    <a:pt x="186" y="23"/>
                  </a:lnTo>
                  <a:lnTo>
                    <a:pt x="231" y="16"/>
                  </a:lnTo>
                  <a:lnTo>
                    <a:pt x="231" y="0"/>
                  </a:lnTo>
                </a:path>
              </a:pathLst>
            </a:custGeom>
            <a:solidFill>
              <a:srgbClr val="C6D0D0"/>
            </a:solidFill>
            <a:ln cap="rnd" cmpd="sng" w="12700">
              <a:solidFill>
                <a:srgbClr val="DADAD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5"/>
            <p:cNvSpPr/>
            <p:nvPr/>
          </p:nvSpPr>
          <p:spPr>
            <a:xfrm>
              <a:off x="4935" y="2338"/>
              <a:ext cx="244" cy="504"/>
            </a:xfrm>
            <a:custGeom>
              <a:rect b="b" l="l" r="r" t="t"/>
              <a:pathLst>
                <a:path extrusionOk="0" h="504" w="244">
                  <a:moveTo>
                    <a:pt x="8" y="0"/>
                  </a:moveTo>
                  <a:lnTo>
                    <a:pt x="8" y="16"/>
                  </a:lnTo>
                  <a:lnTo>
                    <a:pt x="29" y="18"/>
                  </a:lnTo>
                  <a:lnTo>
                    <a:pt x="64" y="25"/>
                  </a:lnTo>
                  <a:lnTo>
                    <a:pt x="90" y="36"/>
                  </a:lnTo>
                  <a:lnTo>
                    <a:pt x="111" y="47"/>
                  </a:lnTo>
                  <a:lnTo>
                    <a:pt x="129" y="60"/>
                  </a:lnTo>
                  <a:lnTo>
                    <a:pt x="145" y="72"/>
                  </a:lnTo>
                  <a:lnTo>
                    <a:pt x="151" y="78"/>
                  </a:lnTo>
                  <a:lnTo>
                    <a:pt x="173" y="106"/>
                  </a:lnTo>
                  <a:lnTo>
                    <a:pt x="188" y="128"/>
                  </a:lnTo>
                  <a:lnTo>
                    <a:pt x="197" y="143"/>
                  </a:lnTo>
                  <a:lnTo>
                    <a:pt x="209" y="172"/>
                  </a:lnTo>
                  <a:lnTo>
                    <a:pt x="214" y="190"/>
                  </a:lnTo>
                  <a:lnTo>
                    <a:pt x="219" y="215"/>
                  </a:lnTo>
                  <a:lnTo>
                    <a:pt x="221" y="259"/>
                  </a:lnTo>
                  <a:lnTo>
                    <a:pt x="220" y="284"/>
                  </a:lnTo>
                  <a:lnTo>
                    <a:pt x="216" y="303"/>
                  </a:lnTo>
                  <a:lnTo>
                    <a:pt x="206" y="342"/>
                  </a:lnTo>
                  <a:lnTo>
                    <a:pt x="199" y="360"/>
                  </a:lnTo>
                  <a:lnTo>
                    <a:pt x="187" y="382"/>
                  </a:lnTo>
                  <a:lnTo>
                    <a:pt x="176" y="400"/>
                  </a:lnTo>
                  <a:lnTo>
                    <a:pt x="149" y="432"/>
                  </a:lnTo>
                  <a:lnTo>
                    <a:pt x="108" y="462"/>
                  </a:lnTo>
                  <a:lnTo>
                    <a:pt x="74" y="479"/>
                  </a:lnTo>
                  <a:lnTo>
                    <a:pt x="37" y="488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7" y="503"/>
                  </a:lnTo>
                  <a:lnTo>
                    <a:pt x="132" y="483"/>
                  </a:lnTo>
                  <a:lnTo>
                    <a:pt x="152" y="467"/>
                  </a:lnTo>
                  <a:lnTo>
                    <a:pt x="164" y="455"/>
                  </a:lnTo>
                  <a:lnTo>
                    <a:pt x="183" y="436"/>
                  </a:lnTo>
                  <a:lnTo>
                    <a:pt x="206" y="404"/>
                  </a:lnTo>
                  <a:lnTo>
                    <a:pt x="219" y="380"/>
                  </a:lnTo>
                  <a:lnTo>
                    <a:pt x="228" y="354"/>
                  </a:lnTo>
                  <a:lnTo>
                    <a:pt x="239" y="314"/>
                  </a:lnTo>
                  <a:lnTo>
                    <a:pt x="243" y="268"/>
                  </a:lnTo>
                  <a:lnTo>
                    <a:pt x="243" y="226"/>
                  </a:lnTo>
                  <a:lnTo>
                    <a:pt x="239" y="198"/>
                  </a:lnTo>
                  <a:lnTo>
                    <a:pt x="235" y="176"/>
                  </a:lnTo>
                  <a:lnTo>
                    <a:pt x="229" y="158"/>
                  </a:lnTo>
                  <a:lnTo>
                    <a:pt x="221" y="138"/>
                  </a:lnTo>
                  <a:lnTo>
                    <a:pt x="205" y="104"/>
                  </a:lnTo>
                  <a:lnTo>
                    <a:pt x="197" y="91"/>
                  </a:lnTo>
                  <a:lnTo>
                    <a:pt x="188" y="76"/>
                  </a:lnTo>
                  <a:lnTo>
                    <a:pt x="182" y="67"/>
                  </a:lnTo>
                  <a:lnTo>
                    <a:pt x="178" y="60"/>
                  </a:lnTo>
                  <a:lnTo>
                    <a:pt x="172" y="46"/>
                  </a:lnTo>
                  <a:lnTo>
                    <a:pt x="172" y="32"/>
                  </a:lnTo>
                  <a:lnTo>
                    <a:pt x="175" y="20"/>
                  </a:lnTo>
                  <a:lnTo>
                    <a:pt x="180" y="10"/>
                  </a:lnTo>
                  <a:lnTo>
                    <a:pt x="186" y="4"/>
                  </a:lnTo>
                  <a:lnTo>
                    <a:pt x="193" y="0"/>
                  </a:lnTo>
                  <a:lnTo>
                    <a:pt x="8" y="0"/>
                  </a:lnTo>
                </a:path>
              </a:pathLst>
            </a:custGeom>
            <a:solidFill>
              <a:srgbClr val="C6D0D0"/>
            </a:solidFill>
            <a:ln cap="rnd" cmpd="sng" w="12700">
              <a:solidFill>
                <a:srgbClr val="DADAD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5"/>
            <p:cNvSpPr/>
            <p:nvPr/>
          </p:nvSpPr>
          <p:spPr>
            <a:xfrm>
              <a:off x="4734" y="2354"/>
              <a:ext cx="352" cy="393"/>
            </a:xfrm>
            <a:custGeom>
              <a:rect b="b" l="l" r="r" t="t"/>
              <a:pathLst>
                <a:path extrusionOk="0" h="393" w="352">
                  <a:moveTo>
                    <a:pt x="209" y="0"/>
                  </a:moveTo>
                  <a:lnTo>
                    <a:pt x="164" y="7"/>
                  </a:lnTo>
                  <a:lnTo>
                    <a:pt x="131" y="18"/>
                  </a:lnTo>
                  <a:lnTo>
                    <a:pt x="100" y="36"/>
                  </a:lnTo>
                  <a:lnTo>
                    <a:pt x="63" y="67"/>
                  </a:lnTo>
                  <a:lnTo>
                    <a:pt x="47" y="88"/>
                  </a:lnTo>
                  <a:lnTo>
                    <a:pt x="30" y="114"/>
                  </a:lnTo>
                  <a:lnTo>
                    <a:pt x="19" y="138"/>
                  </a:lnTo>
                  <a:lnTo>
                    <a:pt x="14" y="150"/>
                  </a:lnTo>
                  <a:lnTo>
                    <a:pt x="6" y="180"/>
                  </a:lnTo>
                  <a:lnTo>
                    <a:pt x="1" y="211"/>
                  </a:lnTo>
                  <a:lnTo>
                    <a:pt x="0" y="246"/>
                  </a:lnTo>
                  <a:lnTo>
                    <a:pt x="2" y="275"/>
                  </a:lnTo>
                  <a:lnTo>
                    <a:pt x="6" y="292"/>
                  </a:lnTo>
                  <a:lnTo>
                    <a:pt x="10" y="308"/>
                  </a:lnTo>
                  <a:lnTo>
                    <a:pt x="16" y="325"/>
                  </a:lnTo>
                  <a:lnTo>
                    <a:pt x="23" y="343"/>
                  </a:lnTo>
                  <a:lnTo>
                    <a:pt x="32" y="360"/>
                  </a:lnTo>
                  <a:lnTo>
                    <a:pt x="52" y="392"/>
                  </a:lnTo>
                  <a:lnTo>
                    <a:pt x="52" y="376"/>
                  </a:lnTo>
                  <a:lnTo>
                    <a:pt x="53" y="277"/>
                  </a:lnTo>
                  <a:lnTo>
                    <a:pt x="70" y="278"/>
                  </a:lnTo>
                  <a:lnTo>
                    <a:pt x="81" y="292"/>
                  </a:lnTo>
                  <a:lnTo>
                    <a:pt x="91" y="306"/>
                  </a:lnTo>
                  <a:lnTo>
                    <a:pt x="103" y="318"/>
                  </a:lnTo>
                  <a:lnTo>
                    <a:pt x="117" y="331"/>
                  </a:lnTo>
                  <a:lnTo>
                    <a:pt x="135" y="343"/>
                  </a:lnTo>
                  <a:lnTo>
                    <a:pt x="155" y="353"/>
                  </a:lnTo>
                  <a:lnTo>
                    <a:pt x="170" y="359"/>
                  </a:lnTo>
                  <a:lnTo>
                    <a:pt x="190" y="365"/>
                  </a:lnTo>
                  <a:lnTo>
                    <a:pt x="208" y="365"/>
                  </a:lnTo>
                  <a:lnTo>
                    <a:pt x="208" y="295"/>
                  </a:lnTo>
                  <a:lnTo>
                    <a:pt x="198" y="290"/>
                  </a:lnTo>
                  <a:lnTo>
                    <a:pt x="110" y="251"/>
                  </a:lnTo>
                  <a:lnTo>
                    <a:pt x="94" y="239"/>
                  </a:lnTo>
                  <a:lnTo>
                    <a:pt x="77" y="225"/>
                  </a:lnTo>
                  <a:lnTo>
                    <a:pt x="62" y="203"/>
                  </a:lnTo>
                  <a:lnTo>
                    <a:pt x="56" y="182"/>
                  </a:lnTo>
                  <a:lnTo>
                    <a:pt x="56" y="167"/>
                  </a:lnTo>
                  <a:lnTo>
                    <a:pt x="60" y="143"/>
                  </a:lnTo>
                  <a:lnTo>
                    <a:pt x="73" y="121"/>
                  </a:lnTo>
                  <a:lnTo>
                    <a:pt x="88" y="108"/>
                  </a:lnTo>
                  <a:lnTo>
                    <a:pt x="112" y="93"/>
                  </a:lnTo>
                  <a:lnTo>
                    <a:pt x="143" y="83"/>
                  </a:lnTo>
                  <a:lnTo>
                    <a:pt x="158" y="80"/>
                  </a:lnTo>
                  <a:lnTo>
                    <a:pt x="190" y="78"/>
                  </a:lnTo>
                  <a:lnTo>
                    <a:pt x="208" y="78"/>
                  </a:lnTo>
                  <a:lnTo>
                    <a:pt x="208" y="35"/>
                  </a:lnTo>
                  <a:lnTo>
                    <a:pt x="227" y="35"/>
                  </a:lnTo>
                  <a:lnTo>
                    <a:pt x="227" y="80"/>
                  </a:lnTo>
                  <a:lnTo>
                    <a:pt x="236" y="81"/>
                  </a:lnTo>
                  <a:lnTo>
                    <a:pt x="248" y="84"/>
                  </a:lnTo>
                  <a:lnTo>
                    <a:pt x="261" y="88"/>
                  </a:lnTo>
                  <a:lnTo>
                    <a:pt x="273" y="92"/>
                  </a:lnTo>
                  <a:lnTo>
                    <a:pt x="288" y="102"/>
                  </a:lnTo>
                  <a:lnTo>
                    <a:pt x="308" y="114"/>
                  </a:lnTo>
                  <a:lnTo>
                    <a:pt x="320" y="120"/>
                  </a:lnTo>
                  <a:lnTo>
                    <a:pt x="335" y="74"/>
                  </a:lnTo>
                  <a:lnTo>
                    <a:pt x="351" y="75"/>
                  </a:lnTo>
                  <a:lnTo>
                    <a:pt x="351" y="62"/>
                  </a:lnTo>
                  <a:lnTo>
                    <a:pt x="345" y="56"/>
                  </a:lnTo>
                  <a:lnTo>
                    <a:pt x="329" y="43"/>
                  </a:lnTo>
                  <a:lnTo>
                    <a:pt x="311" y="30"/>
                  </a:lnTo>
                  <a:lnTo>
                    <a:pt x="290" y="20"/>
                  </a:lnTo>
                  <a:lnTo>
                    <a:pt x="264" y="9"/>
                  </a:lnTo>
                  <a:lnTo>
                    <a:pt x="229" y="2"/>
                  </a:lnTo>
                  <a:lnTo>
                    <a:pt x="209" y="0"/>
                  </a:lnTo>
                </a:path>
              </a:pathLst>
            </a:custGeom>
            <a:solidFill>
              <a:schemeClr val="accent2"/>
            </a:solidFill>
            <a:ln cap="rnd" cmpd="sng" w="12700">
              <a:solidFill>
                <a:srgbClr val="DADADA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5"/>
            <p:cNvSpPr/>
            <p:nvPr/>
          </p:nvSpPr>
          <p:spPr>
            <a:xfrm>
              <a:off x="4802" y="2845"/>
              <a:ext cx="298" cy="16"/>
            </a:xfrm>
            <a:custGeom>
              <a:rect b="b" l="l" r="r" t="t"/>
              <a:pathLst>
                <a:path extrusionOk="0" h="16" w="298">
                  <a:moveTo>
                    <a:pt x="297" y="15"/>
                  </a:moveTo>
                  <a:lnTo>
                    <a:pt x="274" y="0"/>
                  </a:lnTo>
                  <a:lnTo>
                    <a:pt x="19" y="0"/>
                  </a:lnTo>
                  <a:lnTo>
                    <a:pt x="0" y="15"/>
                  </a:lnTo>
                  <a:lnTo>
                    <a:pt x="297" y="15"/>
                  </a:lnTo>
                </a:path>
              </a:pathLst>
            </a:custGeom>
            <a:solidFill>
              <a:srgbClr val="C6D0D0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5"/>
            <p:cNvSpPr/>
            <p:nvPr/>
          </p:nvSpPr>
          <p:spPr>
            <a:xfrm>
              <a:off x="4790" y="2432"/>
              <a:ext cx="153" cy="217"/>
            </a:xfrm>
            <a:custGeom>
              <a:rect b="b" l="l" r="r" t="t"/>
              <a:pathLst>
                <a:path extrusionOk="0" h="217" w="153">
                  <a:moveTo>
                    <a:pt x="152" y="216"/>
                  </a:moveTo>
                  <a:lnTo>
                    <a:pt x="152" y="77"/>
                  </a:lnTo>
                  <a:lnTo>
                    <a:pt x="121" y="68"/>
                  </a:lnTo>
                  <a:lnTo>
                    <a:pt x="100" y="56"/>
                  </a:lnTo>
                  <a:lnTo>
                    <a:pt x="91" y="46"/>
                  </a:lnTo>
                  <a:lnTo>
                    <a:pt x="90" y="39"/>
                  </a:lnTo>
                  <a:lnTo>
                    <a:pt x="90" y="34"/>
                  </a:lnTo>
                  <a:lnTo>
                    <a:pt x="95" y="27"/>
                  </a:lnTo>
                  <a:lnTo>
                    <a:pt x="105" y="19"/>
                  </a:lnTo>
                  <a:lnTo>
                    <a:pt x="129" y="13"/>
                  </a:lnTo>
                  <a:lnTo>
                    <a:pt x="152" y="11"/>
                  </a:lnTo>
                  <a:lnTo>
                    <a:pt x="152" y="0"/>
                  </a:lnTo>
                  <a:lnTo>
                    <a:pt x="133" y="0"/>
                  </a:lnTo>
                  <a:lnTo>
                    <a:pt x="102" y="2"/>
                  </a:lnTo>
                  <a:lnTo>
                    <a:pt x="87" y="5"/>
                  </a:lnTo>
                  <a:lnTo>
                    <a:pt x="57" y="16"/>
                  </a:lnTo>
                  <a:lnTo>
                    <a:pt x="32" y="30"/>
                  </a:lnTo>
                  <a:lnTo>
                    <a:pt x="17" y="43"/>
                  </a:lnTo>
                  <a:lnTo>
                    <a:pt x="4" y="65"/>
                  </a:lnTo>
                  <a:lnTo>
                    <a:pt x="0" y="89"/>
                  </a:lnTo>
                  <a:lnTo>
                    <a:pt x="0" y="103"/>
                  </a:lnTo>
                  <a:lnTo>
                    <a:pt x="7" y="125"/>
                  </a:lnTo>
                  <a:lnTo>
                    <a:pt x="22" y="146"/>
                  </a:lnTo>
                  <a:lnTo>
                    <a:pt x="38" y="160"/>
                  </a:lnTo>
                  <a:lnTo>
                    <a:pt x="54" y="173"/>
                  </a:lnTo>
                  <a:lnTo>
                    <a:pt x="141" y="212"/>
                  </a:lnTo>
                  <a:lnTo>
                    <a:pt x="152" y="21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5"/>
            <p:cNvSpPr/>
            <p:nvPr/>
          </p:nvSpPr>
          <p:spPr>
            <a:xfrm>
              <a:off x="4962" y="2429"/>
              <a:ext cx="124" cy="96"/>
            </a:xfrm>
            <a:custGeom>
              <a:rect b="b" l="l" r="r" t="t"/>
              <a:pathLst>
                <a:path extrusionOk="0" h="96" w="124">
                  <a:moveTo>
                    <a:pt x="0" y="6"/>
                  </a:moveTo>
                  <a:lnTo>
                    <a:pt x="0" y="18"/>
                  </a:lnTo>
                  <a:lnTo>
                    <a:pt x="9" y="19"/>
                  </a:lnTo>
                  <a:lnTo>
                    <a:pt x="23" y="23"/>
                  </a:lnTo>
                  <a:lnTo>
                    <a:pt x="32" y="27"/>
                  </a:lnTo>
                  <a:lnTo>
                    <a:pt x="43" y="33"/>
                  </a:lnTo>
                  <a:lnTo>
                    <a:pt x="51" y="38"/>
                  </a:lnTo>
                  <a:lnTo>
                    <a:pt x="59" y="43"/>
                  </a:lnTo>
                  <a:lnTo>
                    <a:pt x="66" y="48"/>
                  </a:lnTo>
                  <a:lnTo>
                    <a:pt x="73" y="55"/>
                  </a:lnTo>
                  <a:lnTo>
                    <a:pt x="79" y="61"/>
                  </a:lnTo>
                  <a:lnTo>
                    <a:pt x="87" y="68"/>
                  </a:lnTo>
                  <a:lnTo>
                    <a:pt x="107" y="95"/>
                  </a:lnTo>
                  <a:lnTo>
                    <a:pt x="123" y="93"/>
                  </a:lnTo>
                  <a:lnTo>
                    <a:pt x="123" y="1"/>
                  </a:lnTo>
                  <a:lnTo>
                    <a:pt x="107" y="0"/>
                  </a:lnTo>
                  <a:lnTo>
                    <a:pt x="93" y="44"/>
                  </a:lnTo>
                  <a:lnTo>
                    <a:pt x="80" y="38"/>
                  </a:lnTo>
                  <a:lnTo>
                    <a:pt x="61" y="27"/>
                  </a:lnTo>
                  <a:lnTo>
                    <a:pt x="46" y="18"/>
                  </a:lnTo>
                  <a:lnTo>
                    <a:pt x="34" y="13"/>
                  </a:lnTo>
                  <a:lnTo>
                    <a:pt x="21" y="9"/>
                  </a:lnTo>
                  <a:lnTo>
                    <a:pt x="9" y="7"/>
                  </a:lnTo>
                  <a:lnTo>
                    <a:pt x="0" y="6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5"/>
            <p:cNvSpPr/>
            <p:nvPr/>
          </p:nvSpPr>
          <p:spPr>
            <a:xfrm>
              <a:off x="4881" y="2444"/>
              <a:ext cx="63" cy="67"/>
            </a:xfrm>
            <a:custGeom>
              <a:rect b="b" l="l" r="r" t="t"/>
              <a:pathLst>
                <a:path extrusionOk="0" h="67" w="63">
                  <a:moveTo>
                    <a:pt x="62" y="0"/>
                  </a:moveTo>
                  <a:lnTo>
                    <a:pt x="39" y="2"/>
                  </a:lnTo>
                  <a:lnTo>
                    <a:pt x="15" y="8"/>
                  </a:lnTo>
                  <a:lnTo>
                    <a:pt x="4" y="16"/>
                  </a:lnTo>
                  <a:lnTo>
                    <a:pt x="0" y="23"/>
                  </a:lnTo>
                  <a:lnTo>
                    <a:pt x="0" y="28"/>
                  </a:lnTo>
                  <a:lnTo>
                    <a:pt x="1" y="35"/>
                  </a:lnTo>
                  <a:lnTo>
                    <a:pt x="9" y="45"/>
                  </a:lnTo>
                  <a:lnTo>
                    <a:pt x="31" y="57"/>
                  </a:lnTo>
                  <a:lnTo>
                    <a:pt x="62" y="66"/>
                  </a:lnTo>
                  <a:lnTo>
                    <a:pt x="62" y="0"/>
                  </a:lnTo>
                </a:path>
              </a:pathLst>
            </a:custGeom>
            <a:solidFill>
              <a:schemeClr val="accent2"/>
            </a:solidFill>
            <a:ln cap="rnd" cmpd="sng" w="127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5"/>
            <p:cNvSpPr/>
            <p:nvPr/>
          </p:nvSpPr>
          <p:spPr>
            <a:xfrm>
              <a:off x="4962" y="2657"/>
              <a:ext cx="55" cy="67"/>
            </a:xfrm>
            <a:custGeom>
              <a:rect b="b" l="l" r="r" t="t"/>
              <a:pathLst>
                <a:path extrusionOk="0" h="67" w="55">
                  <a:moveTo>
                    <a:pt x="0" y="0"/>
                  </a:moveTo>
                  <a:lnTo>
                    <a:pt x="0" y="66"/>
                  </a:lnTo>
                  <a:lnTo>
                    <a:pt x="26" y="61"/>
                  </a:lnTo>
                  <a:lnTo>
                    <a:pt x="35" y="58"/>
                  </a:lnTo>
                  <a:lnTo>
                    <a:pt x="42" y="54"/>
                  </a:lnTo>
                  <a:lnTo>
                    <a:pt x="49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2" y="30"/>
                  </a:lnTo>
                  <a:lnTo>
                    <a:pt x="44" y="21"/>
                  </a:lnTo>
                  <a:lnTo>
                    <a:pt x="34" y="13"/>
                  </a:lnTo>
                  <a:lnTo>
                    <a:pt x="13" y="4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cap="rnd" cmpd="sng" w="127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5"/>
            <p:cNvSpPr/>
            <p:nvPr/>
          </p:nvSpPr>
          <p:spPr>
            <a:xfrm>
              <a:off x="4675" y="2336"/>
              <a:ext cx="37" cy="15"/>
            </a:xfrm>
            <a:custGeom>
              <a:rect b="b" l="l" r="r" t="t"/>
              <a:pathLst>
                <a:path extrusionOk="0" h="15" w="37">
                  <a:moveTo>
                    <a:pt x="36" y="0"/>
                  </a:moveTo>
                  <a:lnTo>
                    <a:pt x="9" y="14"/>
                  </a:lnTo>
                  <a:lnTo>
                    <a:pt x="0" y="12"/>
                  </a:ln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solidFill>
              <a:srgbClr val="C6D0D0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5"/>
            <p:cNvSpPr/>
            <p:nvPr/>
          </p:nvSpPr>
          <p:spPr>
            <a:xfrm>
              <a:off x="5182" y="2337"/>
              <a:ext cx="35" cy="16"/>
            </a:xfrm>
            <a:custGeom>
              <a:rect b="b" l="l" r="r" t="t"/>
              <a:pathLst>
                <a:path extrusionOk="0" h="16" w="35">
                  <a:moveTo>
                    <a:pt x="0" y="0"/>
                  </a:moveTo>
                  <a:lnTo>
                    <a:pt x="34" y="0"/>
                  </a:lnTo>
                  <a:lnTo>
                    <a:pt x="34" y="13"/>
                  </a:lnTo>
                  <a:lnTo>
                    <a:pt x="28" y="15"/>
                  </a:lnTo>
                  <a:lnTo>
                    <a:pt x="0" y="0"/>
                  </a:lnTo>
                </a:path>
              </a:pathLst>
            </a:custGeom>
            <a:solidFill>
              <a:srgbClr val="C6D0D0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5"/>
            <p:cNvSpPr/>
            <p:nvPr/>
          </p:nvSpPr>
          <p:spPr>
            <a:xfrm>
              <a:off x="4821" y="2841"/>
              <a:ext cx="256" cy="5"/>
            </a:xfrm>
            <a:custGeom>
              <a:rect b="b" l="l" r="r" t="t"/>
              <a:pathLst>
                <a:path extrusionOk="0" h="5" w="256">
                  <a:moveTo>
                    <a:pt x="255" y="4"/>
                  </a:moveTo>
                  <a:lnTo>
                    <a:pt x="251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255" y="4"/>
                  </a:lnTo>
                </a:path>
              </a:pathLst>
            </a:custGeom>
            <a:solidFill>
              <a:srgbClr val="C6D0D0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5"/>
            <p:cNvSpPr/>
            <p:nvPr/>
          </p:nvSpPr>
          <p:spPr>
            <a:xfrm>
              <a:off x="4662" y="2316"/>
              <a:ext cx="571" cy="545"/>
            </a:xfrm>
            <a:custGeom>
              <a:rect b="b" l="l" r="r" t="t"/>
              <a:pathLst>
                <a:path extrusionOk="0" h="545" w="571">
                  <a:moveTo>
                    <a:pt x="437" y="544"/>
                  </a:moveTo>
                  <a:lnTo>
                    <a:pt x="430" y="520"/>
                  </a:lnTo>
                  <a:lnTo>
                    <a:pt x="473" y="473"/>
                  </a:lnTo>
                  <a:lnTo>
                    <a:pt x="488" y="452"/>
                  </a:lnTo>
                  <a:lnTo>
                    <a:pt x="505" y="420"/>
                  </a:lnTo>
                  <a:lnTo>
                    <a:pt x="515" y="399"/>
                  </a:lnTo>
                  <a:lnTo>
                    <a:pt x="525" y="367"/>
                  </a:lnTo>
                  <a:lnTo>
                    <a:pt x="536" y="311"/>
                  </a:lnTo>
                  <a:lnTo>
                    <a:pt x="539" y="267"/>
                  </a:lnTo>
                  <a:lnTo>
                    <a:pt x="531" y="206"/>
                  </a:lnTo>
                  <a:lnTo>
                    <a:pt x="513" y="152"/>
                  </a:lnTo>
                  <a:lnTo>
                    <a:pt x="488" y="103"/>
                  </a:lnTo>
                  <a:lnTo>
                    <a:pt x="474" y="80"/>
                  </a:lnTo>
                  <a:lnTo>
                    <a:pt x="470" y="66"/>
                  </a:lnTo>
                  <a:lnTo>
                    <a:pt x="473" y="53"/>
                  </a:lnTo>
                  <a:lnTo>
                    <a:pt x="481" y="41"/>
                  </a:lnTo>
                  <a:lnTo>
                    <a:pt x="499" y="38"/>
                  </a:lnTo>
                  <a:lnTo>
                    <a:pt x="548" y="61"/>
                  </a:lnTo>
                  <a:lnTo>
                    <a:pt x="570" y="50"/>
                  </a:lnTo>
                  <a:lnTo>
                    <a:pt x="570" y="0"/>
                  </a:lnTo>
                  <a:lnTo>
                    <a:pt x="0" y="0"/>
                  </a:lnTo>
                  <a:lnTo>
                    <a:pt x="0" y="50"/>
                  </a:lnTo>
                  <a:lnTo>
                    <a:pt x="21" y="61"/>
                  </a:lnTo>
                  <a:lnTo>
                    <a:pt x="59" y="41"/>
                  </a:lnTo>
                  <a:lnTo>
                    <a:pt x="71" y="38"/>
                  </a:lnTo>
                  <a:lnTo>
                    <a:pt x="83" y="39"/>
                  </a:lnTo>
                  <a:lnTo>
                    <a:pt x="94" y="46"/>
                  </a:lnTo>
                  <a:lnTo>
                    <a:pt x="98" y="58"/>
                  </a:lnTo>
                  <a:lnTo>
                    <a:pt x="94" y="80"/>
                  </a:lnTo>
                  <a:lnTo>
                    <a:pt x="85" y="98"/>
                  </a:lnTo>
                  <a:lnTo>
                    <a:pt x="74" y="114"/>
                  </a:lnTo>
                  <a:lnTo>
                    <a:pt x="59" y="143"/>
                  </a:lnTo>
                  <a:lnTo>
                    <a:pt x="47" y="177"/>
                  </a:lnTo>
                  <a:lnTo>
                    <a:pt x="40" y="206"/>
                  </a:lnTo>
                  <a:lnTo>
                    <a:pt x="35" y="246"/>
                  </a:lnTo>
                  <a:lnTo>
                    <a:pt x="33" y="275"/>
                  </a:lnTo>
                  <a:lnTo>
                    <a:pt x="33" y="291"/>
                  </a:lnTo>
                  <a:lnTo>
                    <a:pt x="35" y="320"/>
                  </a:lnTo>
                  <a:lnTo>
                    <a:pt x="38" y="341"/>
                  </a:lnTo>
                  <a:lnTo>
                    <a:pt x="49" y="381"/>
                  </a:lnTo>
                  <a:lnTo>
                    <a:pt x="62" y="411"/>
                  </a:lnTo>
                  <a:lnTo>
                    <a:pt x="77" y="440"/>
                  </a:lnTo>
                  <a:lnTo>
                    <a:pt x="128" y="501"/>
                  </a:lnTo>
                  <a:lnTo>
                    <a:pt x="145" y="518"/>
                  </a:lnTo>
                  <a:lnTo>
                    <a:pt x="140" y="544"/>
                  </a:lnTo>
                  <a:lnTo>
                    <a:pt x="159" y="529"/>
                  </a:lnTo>
                  <a:lnTo>
                    <a:pt x="165" y="502"/>
                  </a:lnTo>
                  <a:lnTo>
                    <a:pt x="141" y="481"/>
                  </a:lnTo>
                  <a:lnTo>
                    <a:pt x="122" y="465"/>
                  </a:lnTo>
                  <a:lnTo>
                    <a:pt x="108" y="451"/>
                  </a:lnTo>
                  <a:lnTo>
                    <a:pt x="91" y="428"/>
                  </a:lnTo>
                  <a:lnTo>
                    <a:pt x="79" y="410"/>
                  </a:lnTo>
                  <a:lnTo>
                    <a:pt x="68" y="387"/>
                  </a:lnTo>
                  <a:lnTo>
                    <a:pt x="61" y="370"/>
                  </a:lnTo>
                  <a:lnTo>
                    <a:pt x="55" y="351"/>
                  </a:lnTo>
                  <a:lnTo>
                    <a:pt x="50" y="327"/>
                  </a:lnTo>
                  <a:lnTo>
                    <a:pt x="47" y="296"/>
                  </a:lnTo>
                  <a:lnTo>
                    <a:pt x="47" y="265"/>
                  </a:lnTo>
                  <a:lnTo>
                    <a:pt x="50" y="238"/>
                  </a:lnTo>
                  <a:lnTo>
                    <a:pt x="54" y="214"/>
                  </a:lnTo>
                  <a:lnTo>
                    <a:pt x="59" y="191"/>
                  </a:lnTo>
                  <a:lnTo>
                    <a:pt x="68" y="167"/>
                  </a:lnTo>
                  <a:lnTo>
                    <a:pt x="77" y="145"/>
                  </a:lnTo>
                  <a:lnTo>
                    <a:pt x="100" y="106"/>
                  </a:lnTo>
                  <a:lnTo>
                    <a:pt x="117" y="79"/>
                  </a:lnTo>
                  <a:lnTo>
                    <a:pt x="117" y="58"/>
                  </a:lnTo>
                  <a:lnTo>
                    <a:pt x="110" y="39"/>
                  </a:lnTo>
                  <a:lnTo>
                    <a:pt x="90" y="20"/>
                  </a:lnTo>
                  <a:lnTo>
                    <a:pt x="54" y="20"/>
                  </a:lnTo>
                  <a:lnTo>
                    <a:pt x="22" y="38"/>
                  </a:lnTo>
                  <a:lnTo>
                    <a:pt x="11" y="35"/>
                  </a:lnTo>
                  <a:lnTo>
                    <a:pt x="11" y="18"/>
                  </a:lnTo>
                  <a:lnTo>
                    <a:pt x="556" y="18"/>
                  </a:lnTo>
                  <a:lnTo>
                    <a:pt x="556" y="38"/>
                  </a:lnTo>
                  <a:lnTo>
                    <a:pt x="549" y="40"/>
                  </a:lnTo>
                  <a:lnTo>
                    <a:pt x="512" y="21"/>
                  </a:lnTo>
                  <a:lnTo>
                    <a:pt x="472" y="21"/>
                  </a:lnTo>
                  <a:lnTo>
                    <a:pt x="463" y="29"/>
                  </a:lnTo>
                  <a:lnTo>
                    <a:pt x="455" y="38"/>
                  </a:lnTo>
                  <a:lnTo>
                    <a:pt x="452" y="46"/>
                  </a:lnTo>
                  <a:lnTo>
                    <a:pt x="450" y="60"/>
                  </a:lnTo>
                  <a:lnTo>
                    <a:pt x="452" y="72"/>
                  </a:lnTo>
                  <a:lnTo>
                    <a:pt x="456" y="81"/>
                  </a:lnTo>
                  <a:lnTo>
                    <a:pt x="469" y="102"/>
                  </a:lnTo>
                  <a:lnTo>
                    <a:pt x="481" y="124"/>
                  </a:lnTo>
                  <a:lnTo>
                    <a:pt x="492" y="145"/>
                  </a:lnTo>
                  <a:lnTo>
                    <a:pt x="502" y="168"/>
                  </a:lnTo>
                  <a:lnTo>
                    <a:pt x="511" y="193"/>
                  </a:lnTo>
                  <a:lnTo>
                    <a:pt x="516" y="219"/>
                  </a:lnTo>
                  <a:lnTo>
                    <a:pt x="520" y="248"/>
                  </a:lnTo>
                  <a:lnTo>
                    <a:pt x="521" y="277"/>
                  </a:lnTo>
                  <a:lnTo>
                    <a:pt x="520" y="300"/>
                  </a:lnTo>
                  <a:lnTo>
                    <a:pt x="518" y="316"/>
                  </a:lnTo>
                  <a:lnTo>
                    <a:pt x="516" y="334"/>
                  </a:lnTo>
                  <a:lnTo>
                    <a:pt x="514" y="347"/>
                  </a:lnTo>
                  <a:lnTo>
                    <a:pt x="511" y="359"/>
                  </a:lnTo>
                  <a:lnTo>
                    <a:pt x="508" y="370"/>
                  </a:lnTo>
                  <a:lnTo>
                    <a:pt x="501" y="389"/>
                  </a:lnTo>
                  <a:lnTo>
                    <a:pt x="491" y="414"/>
                  </a:lnTo>
                  <a:lnTo>
                    <a:pt x="482" y="432"/>
                  </a:lnTo>
                  <a:lnTo>
                    <a:pt x="470" y="449"/>
                  </a:lnTo>
                  <a:lnTo>
                    <a:pt x="461" y="459"/>
                  </a:lnTo>
                  <a:lnTo>
                    <a:pt x="454" y="469"/>
                  </a:lnTo>
                  <a:lnTo>
                    <a:pt x="446" y="476"/>
                  </a:lnTo>
                  <a:lnTo>
                    <a:pt x="438" y="483"/>
                  </a:lnTo>
                  <a:lnTo>
                    <a:pt x="431" y="491"/>
                  </a:lnTo>
                  <a:lnTo>
                    <a:pt x="409" y="507"/>
                  </a:lnTo>
                  <a:lnTo>
                    <a:pt x="414" y="529"/>
                  </a:lnTo>
                  <a:lnTo>
                    <a:pt x="437" y="544"/>
                  </a:lnTo>
                </a:path>
              </a:pathLst>
            </a:custGeom>
            <a:solidFill>
              <a:srgbClr val="C6D0D0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4786" y="2632"/>
              <a:ext cx="157" cy="103"/>
            </a:xfrm>
            <a:custGeom>
              <a:rect b="b" l="l" r="r" t="t"/>
              <a:pathLst>
                <a:path extrusionOk="0" h="103" w="157">
                  <a:moveTo>
                    <a:pt x="156" y="87"/>
                  </a:moveTo>
                  <a:lnTo>
                    <a:pt x="137" y="87"/>
                  </a:lnTo>
                  <a:lnTo>
                    <a:pt x="118" y="81"/>
                  </a:lnTo>
                  <a:lnTo>
                    <a:pt x="103" y="75"/>
                  </a:lnTo>
                  <a:lnTo>
                    <a:pt x="83" y="65"/>
                  </a:lnTo>
                  <a:lnTo>
                    <a:pt x="65" y="54"/>
                  </a:lnTo>
                  <a:lnTo>
                    <a:pt x="50" y="41"/>
                  </a:lnTo>
                  <a:lnTo>
                    <a:pt x="39" y="29"/>
                  </a:lnTo>
                  <a:lnTo>
                    <a:pt x="28" y="15"/>
                  </a:lnTo>
                  <a:lnTo>
                    <a:pt x="17" y="1"/>
                  </a:lnTo>
                  <a:lnTo>
                    <a:pt x="0" y="0"/>
                  </a:lnTo>
                  <a:lnTo>
                    <a:pt x="0" y="98"/>
                  </a:lnTo>
                  <a:lnTo>
                    <a:pt x="17" y="98"/>
                  </a:lnTo>
                  <a:lnTo>
                    <a:pt x="37" y="51"/>
                  </a:lnTo>
                  <a:lnTo>
                    <a:pt x="66" y="75"/>
                  </a:lnTo>
                  <a:lnTo>
                    <a:pt x="84" y="84"/>
                  </a:lnTo>
                  <a:lnTo>
                    <a:pt x="106" y="94"/>
                  </a:lnTo>
                  <a:lnTo>
                    <a:pt x="124" y="98"/>
                  </a:lnTo>
                  <a:lnTo>
                    <a:pt x="141" y="100"/>
                  </a:lnTo>
                  <a:lnTo>
                    <a:pt x="156" y="102"/>
                  </a:lnTo>
                  <a:lnTo>
                    <a:pt x="156" y="87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5"/>
            <p:cNvSpPr/>
            <p:nvPr/>
          </p:nvSpPr>
          <p:spPr>
            <a:xfrm>
              <a:off x="4673" y="2333"/>
              <a:ext cx="547" cy="513"/>
            </a:xfrm>
            <a:custGeom>
              <a:rect b="b" l="l" r="r" t="t"/>
              <a:pathLst>
                <a:path extrusionOk="0" h="513" w="547">
                  <a:moveTo>
                    <a:pt x="403" y="512"/>
                  </a:moveTo>
                  <a:lnTo>
                    <a:pt x="399" y="490"/>
                  </a:lnTo>
                  <a:lnTo>
                    <a:pt x="421" y="474"/>
                  </a:lnTo>
                  <a:lnTo>
                    <a:pt x="428" y="466"/>
                  </a:lnTo>
                  <a:lnTo>
                    <a:pt x="436" y="459"/>
                  </a:lnTo>
                  <a:lnTo>
                    <a:pt x="443" y="451"/>
                  </a:lnTo>
                  <a:lnTo>
                    <a:pt x="450" y="442"/>
                  </a:lnTo>
                  <a:lnTo>
                    <a:pt x="460" y="432"/>
                  </a:lnTo>
                  <a:lnTo>
                    <a:pt x="472" y="415"/>
                  </a:lnTo>
                  <a:lnTo>
                    <a:pt x="480" y="397"/>
                  </a:lnTo>
                  <a:lnTo>
                    <a:pt x="491" y="372"/>
                  </a:lnTo>
                  <a:lnTo>
                    <a:pt x="498" y="352"/>
                  </a:lnTo>
                  <a:lnTo>
                    <a:pt x="501" y="342"/>
                  </a:lnTo>
                  <a:lnTo>
                    <a:pt x="504" y="330"/>
                  </a:lnTo>
                  <a:lnTo>
                    <a:pt x="506" y="316"/>
                  </a:lnTo>
                  <a:lnTo>
                    <a:pt x="507" y="298"/>
                  </a:lnTo>
                  <a:lnTo>
                    <a:pt x="509" y="283"/>
                  </a:lnTo>
                  <a:lnTo>
                    <a:pt x="510" y="260"/>
                  </a:lnTo>
                  <a:lnTo>
                    <a:pt x="509" y="231"/>
                  </a:lnTo>
                  <a:lnTo>
                    <a:pt x="506" y="202"/>
                  </a:lnTo>
                  <a:lnTo>
                    <a:pt x="500" y="176"/>
                  </a:lnTo>
                  <a:lnTo>
                    <a:pt x="491" y="151"/>
                  </a:lnTo>
                  <a:lnTo>
                    <a:pt x="482" y="128"/>
                  </a:lnTo>
                  <a:lnTo>
                    <a:pt x="470" y="107"/>
                  </a:lnTo>
                  <a:lnTo>
                    <a:pt x="458" y="85"/>
                  </a:lnTo>
                  <a:lnTo>
                    <a:pt x="445" y="64"/>
                  </a:lnTo>
                  <a:lnTo>
                    <a:pt x="441" y="55"/>
                  </a:lnTo>
                  <a:lnTo>
                    <a:pt x="439" y="42"/>
                  </a:lnTo>
                  <a:lnTo>
                    <a:pt x="442" y="29"/>
                  </a:lnTo>
                  <a:lnTo>
                    <a:pt x="445" y="20"/>
                  </a:lnTo>
                  <a:lnTo>
                    <a:pt x="453" y="12"/>
                  </a:lnTo>
                  <a:lnTo>
                    <a:pt x="462" y="4"/>
                  </a:lnTo>
                  <a:lnTo>
                    <a:pt x="543" y="4"/>
                  </a:lnTo>
                  <a:lnTo>
                    <a:pt x="543" y="16"/>
                  </a:lnTo>
                  <a:lnTo>
                    <a:pt x="537" y="19"/>
                  </a:lnTo>
                  <a:lnTo>
                    <a:pt x="509" y="4"/>
                  </a:lnTo>
                  <a:lnTo>
                    <a:pt x="502" y="4"/>
                  </a:lnTo>
                  <a:lnTo>
                    <a:pt x="538" y="23"/>
                  </a:lnTo>
                  <a:lnTo>
                    <a:pt x="546" y="20"/>
                  </a:lnTo>
                  <a:lnTo>
                    <a:pt x="546" y="1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2" y="22"/>
                  </a:lnTo>
                  <a:lnTo>
                    <a:pt x="43" y="3"/>
                  </a:lnTo>
                  <a:lnTo>
                    <a:pt x="39" y="3"/>
                  </a:lnTo>
                  <a:lnTo>
                    <a:pt x="11" y="17"/>
                  </a:lnTo>
                  <a:lnTo>
                    <a:pt x="3" y="15"/>
                  </a:lnTo>
                  <a:lnTo>
                    <a:pt x="3" y="3"/>
                  </a:lnTo>
                  <a:lnTo>
                    <a:pt x="80" y="3"/>
                  </a:lnTo>
                  <a:lnTo>
                    <a:pt x="100" y="22"/>
                  </a:lnTo>
                  <a:lnTo>
                    <a:pt x="107" y="41"/>
                  </a:lnTo>
                  <a:lnTo>
                    <a:pt x="107" y="61"/>
                  </a:lnTo>
                  <a:lnTo>
                    <a:pt x="90" y="89"/>
                  </a:lnTo>
                  <a:lnTo>
                    <a:pt x="66" y="128"/>
                  </a:lnTo>
                  <a:lnTo>
                    <a:pt x="57" y="150"/>
                  </a:lnTo>
                  <a:lnTo>
                    <a:pt x="48" y="174"/>
                  </a:lnTo>
                  <a:lnTo>
                    <a:pt x="43" y="197"/>
                  </a:lnTo>
                  <a:lnTo>
                    <a:pt x="39" y="220"/>
                  </a:lnTo>
                  <a:lnTo>
                    <a:pt x="36" y="248"/>
                  </a:lnTo>
                  <a:lnTo>
                    <a:pt x="36" y="279"/>
                  </a:lnTo>
                  <a:lnTo>
                    <a:pt x="39" y="310"/>
                  </a:lnTo>
                  <a:lnTo>
                    <a:pt x="44" y="334"/>
                  </a:lnTo>
                  <a:lnTo>
                    <a:pt x="50" y="352"/>
                  </a:lnTo>
                  <a:lnTo>
                    <a:pt x="57" y="370"/>
                  </a:lnTo>
                  <a:lnTo>
                    <a:pt x="69" y="393"/>
                  </a:lnTo>
                  <a:lnTo>
                    <a:pt x="80" y="411"/>
                  </a:lnTo>
                  <a:lnTo>
                    <a:pt x="98" y="433"/>
                  </a:lnTo>
                  <a:lnTo>
                    <a:pt x="111" y="448"/>
                  </a:lnTo>
                  <a:lnTo>
                    <a:pt x="130" y="464"/>
                  </a:lnTo>
                  <a:lnTo>
                    <a:pt x="155" y="484"/>
                  </a:lnTo>
                  <a:lnTo>
                    <a:pt x="148" y="512"/>
                  </a:lnTo>
                  <a:lnTo>
                    <a:pt x="155" y="508"/>
                  </a:lnTo>
                  <a:lnTo>
                    <a:pt x="159" y="481"/>
                  </a:lnTo>
                  <a:lnTo>
                    <a:pt x="141" y="467"/>
                  </a:lnTo>
                  <a:lnTo>
                    <a:pt x="122" y="452"/>
                  </a:lnTo>
                  <a:lnTo>
                    <a:pt x="104" y="434"/>
                  </a:lnTo>
                  <a:lnTo>
                    <a:pt x="88" y="415"/>
                  </a:lnTo>
                  <a:lnTo>
                    <a:pt x="78" y="400"/>
                  </a:lnTo>
                  <a:lnTo>
                    <a:pt x="70" y="387"/>
                  </a:lnTo>
                  <a:lnTo>
                    <a:pt x="62" y="371"/>
                  </a:lnTo>
                  <a:lnTo>
                    <a:pt x="55" y="354"/>
                  </a:lnTo>
                  <a:lnTo>
                    <a:pt x="48" y="334"/>
                  </a:lnTo>
                  <a:lnTo>
                    <a:pt x="44" y="313"/>
                  </a:lnTo>
                  <a:lnTo>
                    <a:pt x="41" y="299"/>
                  </a:lnTo>
                  <a:lnTo>
                    <a:pt x="39" y="265"/>
                  </a:lnTo>
                  <a:lnTo>
                    <a:pt x="40" y="242"/>
                  </a:lnTo>
                  <a:lnTo>
                    <a:pt x="44" y="212"/>
                  </a:lnTo>
                  <a:lnTo>
                    <a:pt x="52" y="171"/>
                  </a:lnTo>
                  <a:lnTo>
                    <a:pt x="68" y="131"/>
                  </a:lnTo>
                  <a:lnTo>
                    <a:pt x="86" y="101"/>
                  </a:lnTo>
                  <a:lnTo>
                    <a:pt x="110" y="64"/>
                  </a:lnTo>
                  <a:lnTo>
                    <a:pt x="110" y="41"/>
                  </a:lnTo>
                  <a:lnTo>
                    <a:pt x="102" y="19"/>
                  </a:lnTo>
                  <a:lnTo>
                    <a:pt x="84" y="5"/>
                  </a:lnTo>
                  <a:lnTo>
                    <a:pt x="456" y="5"/>
                  </a:lnTo>
                  <a:lnTo>
                    <a:pt x="448" y="9"/>
                  </a:lnTo>
                  <a:lnTo>
                    <a:pt x="443" y="15"/>
                  </a:lnTo>
                  <a:lnTo>
                    <a:pt x="438" y="25"/>
                  </a:lnTo>
                  <a:lnTo>
                    <a:pt x="435" y="37"/>
                  </a:lnTo>
                  <a:lnTo>
                    <a:pt x="435" y="50"/>
                  </a:lnTo>
                  <a:lnTo>
                    <a:pt x="441" y="64"/>
                  </a:lnTo>
                  <a:lnTo>
                    <a:pt x="445" y="71"/>
                  </a:lnTo>
                  <a:lnTo>
                    <a:pt x="451" y="81"/>
                  </a:lnTo>
                  <a:lnTo>
                    <a:pt x="460" y="96"/>
                  </a:lnTo>
                  <a:lnTo>
                    <a:pt x="467" y="109"/>
                  </a:lnTo>
                  <a:lnTo>
                    <a:pt x="484" y="143"/>
                  </a:lnTo>
                  <a:lnTo>
                    <a:pt x="492" y="163"/>
                  </a:lnTo>
                  <a:lnTo>
                    <a:pt x="498" y="181"/>
                  </a:lnTo>
                  <a:lnTo>
                    <a:pt x="502" y="202"/>
                  </a:lnTo>
                  <a:lnTo>
                    <a:pt x="506" y="231"/>
                  </a:lnTo>
                  <a:lnTo>
                    <a:pt x="506" y="272"/>
                  </a:lnTo>
                  <a:lnTo>
                    <a:pt x="501" y="319"/>
                  </a:lnTo>
                  <a:lnTo>
                    <a:pt x="491" y="359"/>
                  </a:lnTo>
                  <a:lnTo>
                    <a:pt x="482" y="385"/>
                  </a:lnTo>
                  <a:lnTo>
                    <a:pt x="469" y="409"/>
                  </a:lnTo>
                  <a:lnTo>
                    <a:pt x="445" y="441"/>
                  </a:lnTo>
                  <a:lnTo>
                    <a:pt x="427" y="460"/>
                  </a:lnTo>
                  <a:lnTo>
                    <a:pt x="415" y="472"/>
                  </a:lnTo>
                  <a:lnTo>
                    <a:pt x="394" y="488"/>
                  </a:lnTo>
                  <a:lnTo>
                    <a:pt x="399" y="508"/>
                  </a:lnTo>
                  <a:lnTo>
                    <a:pt x="403" y="512"/>
                  </a:lnTo>
                </a:path>
              </a:pathLst>
            </a:custGeom>
            <a:solidFill>
              <a:schemeClr val="dk1"/>
            </a:solidFill>
            <a:ln cap="rnd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5"/>
            <p:cNvSpPr/>
            <p:nvPr/>
          </p:nvSpPr>
          <p:spPr>
            <a:xfrm>
              <a:off x="4962" y="2520"/>
              <a:ext cx="156" cy="216"/>
            </a:xfrm>
            <a:custGeom>
              <a:rect b="b" l="l" r="r" t="t"/>
              <a:pathLst>
                <a:path extrusionOk="0" h="216" w="156">
                  <a:moveTo>
                    <a:pt x="0" y="0"/>
                  </a:moveTo>
                  <a:lnTo>
                    <a:pt x="0" y="137"/>
                  </a:lnTo>
                  <a:lnTo>
                    <a:pt x="13" y="141"/>
                  </a:lnTo>
                  <a:lnTo>
                    <a:pt x="34" y="149"/>
                  </a:lnTo>
                  <a:lnTo>
                    <a:pt x="44" y="157"/>
                  </a:lnTo>
                  <a:lnTo>
                    <a:pt x="51" y="166"/>
                  </a:lnTo>
                  <a:lnTo>
                    <a:pt x="54" y="172"/>
                  </a:lnTo>
                  <a:lnTo>
                    <a:pt x="53" y="179"/>
                  </a:lnTo>
                  <a:lnTo>
                    <a:pt x="49" y="186"/>
                  </a:lnTo>
                  <a:lnTo>
                    <a:pt x="42" y="189"/>
                  </a:lnTo>
                  <a:lnTo>
                    <a:pt x="35" y="193"/>
                  </a:lnTo>
                  <a:lnTo>
                    <a:pt x="26" y="196"/>
                  </a:lnTo>
                  <a:lnTo>
                    <a:pt x="0" y="201"/>
                  </a:lnTo>
                  <a:lnTo>
                    <a:pt x="0" y="215"/>
                  </a:lnTo>
                  <a:lnTo>
                    <a:pt x="34" y="212"/>
                  </a:lnTo>
                  <a:lnTo>
                    <a:pt x="80" y="201"/>
                  </a:lnTo>
                  <a:lnTo>
                    <a:pt x="109" y="189"/>
                  </a:lnTo>
                  <a:lnTo>
                    <a:pt x="126" y="178"/>
                  </a:lnTo>
                  <a:lnTo>
                    <a:pt x="141" y="161"/>
                  </a:lnTo>
                  <a:lnTo>
                    <a:pt x="151" y="141"/>
                  </a:lnTo>
                  <a:lnTo>
                    <a:pt x="155" y="120"/>
                  </a:lnTo>
                  <a:lnTo>
                    <a:pt x="153" y="103"/>
                  </a:lnTo>
                  <a:lnTo>
                    <a:pt x="142" y="79"/>
                  </a:lnTo>
                  <a:lnTo>
                    <a:pt x="129" y="63"/>
                  </a:lnTo>
                  <a:lnTo>
                    <a:pt x="122" y="57"/>
                  </a:lnTo>
                  <a:lnTo>
                    <a:pt x="0" y="0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5"/>
            <p:cNvSpPr/>
            <p:nvPr/>
          </p:nvSpPr>
          <p:spPr>
            <a:xfrm>
              <a:off x="4943" y="2389"/>
              <a:ext cx="18" cy="403"/>
            </a:xfrm>
            <a:custGeom>
              <a:rect b="b" l="l" r="r" t="t"/>
              <a:pathLst>
                <a:path extrusionOk="0" h="403" w="18">
                  <a:moveTo>
                    <a:pt x="0" y="331"/>
                  </a:moveTo>
                  <a:lnTo>
                    <a:pt x="0" y="402"/>
                  </a:lnTo>
                  <a:lnTo>
                    <a:pt x="17" y="40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331"/>
                  </a:lnTo>
                </a:path>
              </a:pathLst>
            </a:custGeom>
            <a:solidFill>
              <a:srgbClr val="006B6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9" name="Google Shape;629;p35"/>
          <p:cNvSpPr/>
          <p:nvPr/>
        </p:nvSpPr>
        <p:spPr>
          <a:xfrm>
            <a:off x="6899275" y="2679700"/>
            <a:ext cx="1390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2025" lIns="85575" spcFirstLastPara="1" rIns="855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0E30"/>
              </a:buClr>
              <a:buSzPts val="1900"/>
              <a:buFont typeface="Arial"/>
              <a:buNone/>
            </a:pPr>
            <a:r>
              <a:rPr b="1" lang="en-US" sz="1900" u="none">
                <a:solidFill>
                  <a:srgbClr val="CF0E30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